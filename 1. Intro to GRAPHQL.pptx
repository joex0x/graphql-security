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7" r:id="rId5"/>
    <p:sldId id="278" r:id="rId6"/>
    <p:sldId id="279" r:id="rId7"/>
    <p:sldId id="267" r:id="rId8"/>
    <p:sldId id="280" r:id="rId9"/>
    <p:sldId id="269" r:id="rId10"/>
    <p:sldId id="272" r:id="rId11"/>
    <p:sldId id="271" r:id="rId12"/>
    <p:sldId id="274" r:id="rId13"/>
    <p:sldId id="275" r:id="rId14"/>
    <p:sldId id="262" r:id="rId15"/>
    <p:sldId id="276" r:id="rId16"/>
    <p:sldId id="28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061" autoAdjust="0"/>
  </p:normalViewPr>
  <p:slideViewPr>
    <p:cSldViewPr snapToGrid="0" snapToObjects="1">
      <p:cViewPr varScale="1">
        <p:scale>
          <a:sx n="64" d="100"/>
          <a:sy n="64" d="100"/>
        </p:scale>
        <p:origin x="10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4E5FB9-4221-432F-B573-8C6650615911}" type="doc">
      <dgm:prSet loTypeId="urn:microsoft.com/office/officeart/2005/8/layout/h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2B0470-9ABA-4658-9169-032BCD597591}">
      <dgm:prSet/>
      <dgm:spPr/>
      <dgm:t>
        <a:bodyPr/>
        <a:lstStyle/>
        <a:p>
          <a:r>
            <a:rPr lang="en-US" dirty="0"/>
            <a:t>K</a:t>
          </a:r>
        </a:p>
      </dgm:t>
    </dgm:pt>
    <dgm:pt modelId="{1E3C983B-779C-4901-B0B8-4DD09E0E21DC}" type="parTrans" cxnId="{7C558AAA-6413-4623-8FBD-B15195A7B7D8}">
      <dgm:prSet/>
      <dgm:spPr/>
      <dgm:t>
        <a:bodyPr/>
        <a:lstStyle/>
        <a:p>
          <a:endParaRPr lang="en-US"/>
        </a:p>
      </dgm:t>
    </dgm:pt>
    <dgm:pt modelId="{EDE9FD83-80C2-4ABB-9963-1695FF8B4F2E}" type="sibTrans" cxnId="{7C558AAA-6413-4623-8FBD-B15195A7B7D8}">
      <dgm:prSet/>
      <dgm:spPr/>
      <dgm:t>
        <a:bodyPr/>
        <a:lstStyle/>
        <a:p>
          <a:endParaRPr lang="en-US"/>
        </a:p>
      </dgm:t>
    </dgm:pt>
    <dgm:pt modelId="{4BE1365D-E6D1-438F-B76F-47410CE9FA9A}">
      <dgm:prSet/>
      <dgm:spPr/>
      <dgm:t>
        <a:bodyPr/>
        <a:lstStyle/>
        <a:p>
          <a:endParaRPr lang="en-US"/>
        </a:p>
      </dgm:t>
    </dgm:pt>
    <dgm:pt modelId="{C7ACE980-FB9B-4403-BE01-898C27FA4DA1}" type="parTrans" cxnId="{FE2ED90F-BF9D-474D-B4CC-5A729E7C1ACF}">
      <dgm:prSet/>
      <dgm:spPr/>
      <dgm:t>
        <a:bodyPr/>
        <a:lstStyle/>
        <a:p>
          <a:endParaRPr lang="en-US"/>
        </a:p>
      </dgm:t>
    </dgm:pt>
    <dgm:pt modelId="{05785ED4-AFBE-4555-93E8-B0C36877A042}" type="sibTrans" cxnId="{FE2ED90F-BF9D-474D-B4CC-5A729E7C1ACF}">
      <dgm:prSet/>
      <dgm:spPr/>
      <dgm:t>
        <a:bodyPr/>
        <a:lstStyle/>
        <a:p>
          <a:endParaRPr lang="en-US"/>
        </a:p>
      </dgm:t>
    </dgm:pt>
    <dgm:pt modelId="{77725916-B49D-4A85-B283-5E2615BE9C18}" type="pres">
      <dgm:prSet presAssocID="{B24E5FB9-4221-432F-B573-8C6650615911}" presName="Name0" presStyleCnt="0">
        <dgm:presLayoutVars>
          <dgm:dir/>
          <dgm:animLvl val="lvl"/>
          <dgm:resizeHandles val="exact"/>
        </dgm:presLayoutVars>
      </dgm:prSet>
      <dgm:spPr/>
    </dgm:pt>
    <dgm:pt modelId="{EBC911DF-8512-4972-8467-0369FC96F76C}" type="pres">
      <dgm:prSet presAssocID="{B24E5FB9-4221-432F-B573-8C6650615911}" presName="dummy" presStyleCnt="0"/>
      <dgm:spPr/>
    </dgm:pt>
    <dgm:pt modelId="{6908F47A-0BD9-4AAA-B83F-522524CD7C94}" type="pres">
      <dgm:prSet presAssocID="{B24E5FB9-4221-432F-B573-8C6650615911}" presName="linH" presStyleCnt="0"/>
      <dgm:spPr/>
    </dgm:pt>
    <dgm:pt modelId="{A8ED744C-80EF-45C3-A118-2463468D9F60}" type="pres">
      <dgm:prSet presAssocID="{B24E5FB9-4221-432F-B573-8C6650615911}" presName="padding1" presStyleCnt="0"/>
      <dgm:spPr/>
    </dgm:pt>
    <dgm:pt modelId="{6B7E1D4D-2A1A-4F91-B0D8-88809617B6E8}" type="pres">
      <dgm:prSet presAssocID="{0B2B0470-9ABA-4658-9169-032BCD597591}" presName="linV" presStyleCnt="0"/>
      <dgm:spPr/>
    </dgm:pt>
    <dgm:pt modelId="{952EC0F8-1B93-4F2C-9A95-83C6114D6EBE}" type="pres">
      <dgm:prSet presAssocID="{0B2B0470-9ABA-4658-9169-032BCD597591}" presName="spVertical1" presStyleCnt="0"/>
      <dgm:spPr/>
    </dgm:pt>
    <dgm:pt modelId="{64D69DFB-1100-48F4-B017-C674686F3B43}" type="pres">
      <dgm:prSet presAssocID="{0B2B0470-9ABA-4658-9169-032BCD597591}" presName="parTx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746ED389-DFA9-4612-BFF8-A4084DEEE0F7}" type="pres">
      <dgm:prSet presAssocID="{0B2B0470-9ABA-4658-9169-032BCD597591}" presName="spVertical2" presStyleCnt="0"/>
      <dgm:spPr/>
    </dgm:pt>
    <dgm:pt modelId="{1E8FB0D7-5FA7-4840-A251-AB302FF7EB57}" type="pres">
      <dgm:prSet presAssocID="{0B2B0470-9ABA-4658-9169-032BCD597591}" presName="spVertical3" presStyleCnt="0"/>
      <dgm:spPr/>
    </dgm:pt>
    <dgm:pt modelId="{52D1FE35-0BE2-4102-84D4-197EF458F53E}" type="pres">
      <dgm:prSet presAssocID="{EDE9FD83-80C2-4ABB-9963-1695FF8B4F2E}" presName="space" presStyleCnt="0"/>
      <dgm:spPr/>
    </dgm:pt>
    <dgm:pt modelId="{D08F2C06-1A74-4D6E-BE1A-1CF2E47C5E3E}" type="pres">
      <dgm:prSet presAssocID="{4BE1365D-E6D1-438F-B76F-47410CE9FA9A}" presName="linV" presStyleCnt="0"/>
      <dgm:spPr/>
    </dgm:pt>
    <dgm:pt modelId="{6C237806-72EB-4529-BC06-49F240B23F28}" type="pres">
      <dgm:prSet presAssocID="{4BE1365D-E6D1-438F-B76F-47410CE9FA9A}" presName="spVertical1" presStyleCnt="0"/>
      <dgm:spPr/>
    </dgm:pt>
    <dgm:pt modelId="{86AA8A6B-B0F1-484B-8CDF-552FCE2995DC}" type="pres">
      <dgm:prSet presAssocID="{4BE1365D-E6D1-438F-B76F-47410CE9FA9A}" presName="parTx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C9561B4D-2CD7-43B8-8375-3466F776F612}" type="pres">
      <dgm:prSet presAssocID="{4BE1365D-E6D1-438F-B76F-47410CE9FA9A}" presName="spVertical2" presStyleCnt="0"/>
      <dgm:spPr/>
    </dgm:pt>
    <dgm:pt modelId="{CF21243D-0977-46EC-ADCC-0F573B94664D}" type="pres">
      <dgm:prSet presAssocID="{4BE1365D-E6D1-438F-B76F-47410CE9FA9A}" presName="spVertical3" presStyleCnt="0"/>
      <dgm:spPr/>
    </dgm:pt>
    <dgm:pt modelId="{7A132EFB-A8CE-4F02-B712-B4BE0BDD451D}" type="pres">
      <dgm:prSet presAssocID="{B24E5FB9-4221-432F-B573-8C6650615911}" presName="padding2" presStyleCnt="0"/>
      <dgm:spPr/>
    </dgm:pt>
    <dgm:pt modelId="{C9FC6270-F9EF-462F-BC68-42441ABC90B5}" type="pres">
      <dgm:prSet presAssocID="{B24E5FB9-4221-432F-B573-8C6650615911}" presName="negArrow" presStyleCnt="0"/>
      <dgm:spPr/>
    </dgm:pt>
    <dgm:pt modelId="{457EC6B2-2CD0-4FB2-97CD-E0463900D717}" type="pres">
      <dgm:prSet presAssocID="{B24E5FB9-4221-432F-B573-8C6650615911}" presName="backgroundArrow" presStyleLbl="node1" presStyleIdx="0" presStyleCnt="1" custLinFactNeighborX="90676"/>
      <dgm:spPr/>
    </dgm:pt>
  </dgm:ptLst>
  <dgm:cxnLst>
    <dgm:cxn modelId="{FE2ED90F-BF9D-474D-B4CC-5A729E7C1ACF}" srcId="{B24E5FB9-4221-432F-B573-8C6650615911}" destId="{4BE1365D-E6D1-438F-B76F-47410CE9FA9A}" srcOrd="1" destOrd="0" parTransId="{C7ACE980-FB9B-4403-BE01-898C27FA4DA1}" sibTransId="{05785ED4-AFBE-4555-93E8-B0C36877A042}"/>
    <dgm:cxn modelId="{CA3AA127-25D9-41AD-B5DC-483077DAC24E}" type="presOf" srcId="{B24E5FB9-4221-432F-B573-8C6650615911}" destId="{77725916-B49D-4A85-B283-5E2615BE9C18}" srcOrd="0" destOrd="0" presId="urn:microsoft.com/office/officeart/2005/8/layout/hProcess3"/>
    <dgm:cxn modelId="{1DB5B853-8621-47B8-A7BC-8D27E284E056}" type="presOf" srcId="{0B2B0470-9ABA-4658-9169-032BCD597591}" destId="{64D69DFB-1100-48F4-B017-C674686F3B43}" srcOrd="0" destOrd="0" presId="urn:microsoft.com/office/officeart/2005/8/layout/hProcess3"/>
    <dgm:cxn modelId="{7C558AAA-6413-4623-8FBD-B15195A7B7D8}" srcId="{B24E5FB9-4221-432F-B573-8C6650615911}" destId="{0B2B0470-9ABA-4658-9169-032BCD597591}" srcOrd="0" destOrd="0" parTransId="{1E3C983B-779C-4901-B0B8-4DD09E0E21DC}" sibTransId="{EDE9FD83-80C2-4ABB-9963-1695FF8B4F2E}"/>
    <dgm:cxn modelId="{2DEB20C3-2C4C-4950-B98D-94DBA7D81770}" type="presOf" srcId="{4BE1365D-E6D1-438F-B76F-47410CE9FA9A}" destId="{86AA8A6B-B0F1-484B-8CDF-552FCE2995DC}" srcOrd="0" destOrd="0" presId="urn:microsoft.com/office/officeart/2005/8/layout/hProcess3"/>
    <dgm:cxn modelId="{6B36664D-70FA-4B92-AC69-FBFA066E6E76}" type="presParOf" srcId="{77725916-B49D-4A85-B283-5E2615BE9C18}" destId="{EBC911DF-8512-4972-8467-0369FC96F76C}" srcOrd="0" destOrd="0" presId="urn:microsoft.com/office/officeart/2005/8/layout/hProcess3"/>
    <dgm:cxn modelId="{19DBCECE-2436-45B6-B334-4B5E7C8B4112}" type="presParOf" srcId="{77725916-B49D-4A85-B283-5E2615BE9C18}" destId="{6908F47A-0BD9-4AAA-B83F-522524CD7C94}" srcOrd="1" destOrd="0" presId="urn:microsoft.com/office/officeart/2005/8/layout/hProcess3"/>
    <dgm:cxn modelId="{9C82838D-0484-48C2-9EEE-9C7ACD7F8740}" type="presParOf" srcId="{6908F47A-0BD9-4AAA-B83F-522524CD7C94}" destId="{A8ED744C-80EF-45C3-A118-2463468D9F60}" srcOrd="0" destOrd="0" presId="urn:microsoft.com/office/officeart/2005/8/layout/hProcess3"/>
    <dgm:cxn modelId="{CD255956-1CA7-4120-9F97-9EC3F9DFAF84}" type="presParOf" srcId="{6908F47A-0BD9-4AAA-B83F-522524CD7C94}" destId="{6B7E1D4D-2A1A-4F91-B0D8-88809617B6E8}" srcOrd="1" destOrd="0" presId="urn:microsoft.com/office/officeart/2005/8/layout/hProcess3"/>
    <dgm:cxn modelId="{7358B93D-7060-4F99-A0ED-EDEB4D905088}" type="presParOf" srcId="{6B7E1D4D-2A1A-4F91-B0D8-88809617B6E8}" destId="{952EC0F8-1B93-4F2C-9A95-83C6114D6EBE}" srcOrd="0" destOrd="0" presId="urn:microsoft.com/office/officeart/2005/8/layout/hProcess3"/>
    <dgm:cxn modelId="{86F80A04-B0CD-4047-A94A-CB701FA276DC}" type="presParOf" srcId="{6B7E1D4D-2A1A-4F91-B0D8-88809617B6E8}" destId="{64D69DFB-1100-48F4-B017-C674686F3B43}" srcOrd="1" destOrd="0" presId="urn:microsoft.com/office/officeart/2005/8/layout/hProcess3"/>
    <dgm:cxn modelId="{05FED7F0-C25B-443C-AFF4-3D6766601658}" type="presParOf" srcId="{6B7E1D4D-2A1A-4F91-B0D8-88809617B6E8}" destId="{746ED389-DFA9-4612-BFF8-A4084DEEE0F7}" srcOrd="2" destOrd="0" presId="urn:microsoft.com/office/officeart/2005/8/layout/hProcess3"/>
    <dgm:cxn modelId="{E202C291-0B9A-4685-B4CF-32FD27C71A88}" type="presParOf" srcId="{6B7E1D4D-2A1A-4F91-B0D8-88809617B6E8}" destId="{1E8FB0D7-5FA7-4840-A251-AB302FF7EB57}" srcOrd="3" destOrd="0" presId="urn:microsoft.com/office/officeart/2005/8/layout/hProcess3"/>
    <dgm:cxn modelId="{64B74DCE-2C0F-4B00-9E75-9765818F6F2B}" type="presParOf" srcId="{6908F47A-0BD9-4AAA-B83F-522524CD7C94}" destId="{52D1FE35-0BE2-4102-84D4-197EF458F53E}" srcOrd="2" destOrd="0" presId="urn:microsoft.com/office/officeart/2005/8/layout/hProcess3"/>
    <dgm:cxn modelId="{22A79ED0-9876-4457-BF22-E680163CD136}" type="presParOf" srcId="{6908F47A-0BD9-4AAA-B83F-522524CD7C94}" destId="{D08F2C06-1A74-4D6E-BE1A-1CF2E47C5E3E}" srcOrd="3" destOrd="0" presId="urn:microsoft.com/office/officeart/2005/8/layout/hProcess3"/>
    <dgm:cxn modelId="{577BC70F-4BD5-4A39-9175-F2FE7864A7E5}" type="presParOf" srcId="{D08F2C06-1A74-4D6E-BE1A-1CF2E47C5E3E}" destId="{6C237806-72EB-4529-BC06-49F240B23F28}" srcOrd="0" destOrd="0" presId="urn:microsoft.com/office/officeart/2005/8/layout/hProcess3"/>
    <dgm:cxn modelId="{E6AC5763-13AC-4BFB-BE1B-3C7A0A40145C}" type="presParOf" srcId="{D08F2C06-1A74-4D6E-BE1A-1CF2E47C5E3E}" destId="{86AA8A6B-B0F1-484B-8CDF-552FCE2995DC}" srcOrd="1" destOrd="0" presId="urn:microsoft.com/office/officeart/2005/8/layout/hProcess3"/>
    <dgm:cxn modelId="{2ACF31CF-BA81-47B9-AF9F-4BC57751B1A6}" type="presParOf" srcId="{D08F2C06-1A74-4D6E-BE1A-1CF2E47C5E3E}" destId="{C9561B4D-2CD7-43B8-8375-3466F776F612}" srcOrd="2" destOrd="0" presId="urn:microsoft.com/office/officeart/2005/8/layout/hProcess3"/>
    <dgm:cxn modelId="{89FD1654-18F3-4509-A631-FED14E484CEC}" type="presParOf" srcId="{D08F2C06-1A74-4D6E-BE1A-1CF2E47C5E3E}" destId="{CF21243D-0977-46EC-ADCC-0F573B94664D}" srcOrd="3" destOrd="0" presId="urn:microsoft.com/office/officeart/2005/8/layout/hProcess3"/>
    <dgm:cxn modelId="{6F36B8D0-9EDB-4545-8F68-F4BEE8E760CE}" type="presParOf" srcId="{6908F47A-0BD9-4AAA-B83F-522524CD7C94}" destId="{7A132EFB-A8CE-4F02-B712-B4BE0BDD451D}" srcOrd="4" destOrd="0" presId="urn:microsoft.com/office/officeart/2005/8/layout/hProcess3"/>
    <dgm:cxn modelId="{D9850DDE-1ED2-464E-BEFF-3299C3C43142}" type="presParOf" srcId="{6908F47A-0BD9-4AAA-B83F-522524CD7C94}" destId="{C9FC6270-F9EF-462F-BC68-42441ABC90B5}" srcOrd="5" destOrd="0" presId="urn:microsoft.com/office/officeart/2005/8/layout/hProcess3"/>
    <dgm:cxn modelId="{522C21DF-518F-4BE0-AD4C-12A17B2ABF9E}" type="presParOf" srcId="{6908F47A-0BD9-4AAA-B83F-522524CD7C94}" destId="{457EC6B2-2CD0-4FB2-97CD-E0463900D717}" srcOrd="6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4E5FB9-4221-432F-B573-8C6650615911}" type="doc">
      <dgm:prSet loTypeId="urn:microsoft.com/office/officeart/2005/8/layout/h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2B0470-9ABA-4658-9169-032BCD597591}">
      <dgm:prSet/>
      <dgm:spPr/>
      <dgm:t>
        <a:bodyPr/>
        <a:lstStyle/>
        <a:p>
          <a:r>
            <a:rPr lang="en-US" dirty="0"/>
            <a:t>K</a:t>
          </a:r>
        </a:p>
      </dgm:t>
    </dgm:pt>
    <dgm:pt modelId="{1E3C983B-779C-4901-B0B8-4DD09E0E21DC}" type="parTrans" cxnId="{7C558AAA-6413-4623-8FBD-B15195A7B7D8}">
      <dgm:prSet/>
      <dgm:spPr/>
      <dgm:t>
        <a:bodyPr/>
        <a:lstStyle/>
        <a:p>
          <a:endParaRPr lang="en-US"/>
        </a:p>
      </dgm:t>
    </dgm:pt>
    <dgm:pt modelId="{EDE9FD83-80C2-4ABB-9963-1695FF8B4F2E}" type="sibTrans" cxnId="{7C558AAA-6413-4623-8FBD-B15195A7B7D8}">
      <dgm:prSet/>
      <dgm:spPr/>
      <dgm:t>
        <a:bodyPr/>
        <a:lstStyle/>
        <a:p>
          <a:endParaRPr lang="en-US"/>
        </a:p>
      </dgm:t>
    </dgm:pt>
    <dgm:pt modelId="{4BE1365D-E6D1-438F-B76F-47410CE9FA9A}">
      <dgm:prSet/>
      <dgm:spPr/>
      <dgm:t>
        <a:bodyPr/>
        <a:lstStyle/>
        <a:p>
          <a:endParaRPr lang="en-US"/>
        </a:p>
      </dgm:t>
    </dgm:pt>
    <dgm:pt modelId="{C7ACE980-FB9B-4403-BE01-898C27FA4DA1}" type="parTrans" cxnId="{FE2ED90F-BF9D-474D-B4CC-5A729E7C1ACF}">
      <dgm:prSet/>
      <dgm:spPr/>
      <dgm:t>
        <a:bodyPr/>
        <a:lstStyle/>
        <a:p>
          <a:endParaRPr lang="en-US"/>
        </a:p>
      </dgm:t>
    </dgm:pt>
    <dgm:pt modelId="{05785ED4-AFBE-4555-93E8-B0C36877A042}" type="sibTrans" cxnId="{FE2ED90F-BF9D-474D-B4CC-5A729E7C1ACF}">
      <dgm:prSet/>
      <dgm:spPr/>
      <dgm:t>
        <a:bodyPr/>
        <a:lstStyle/>
        <a:p>
          <a:endParaRPr lang="en-US"/>
        </a:p>
      </dgm:t>
    </dgm:pt>
    <dgm:pt modelId="{77725916-B49D-4A85-B283-5E2615BE9C18}" type="pres">
      <dgm:prSet presAssocID="{B24E5FB9-4221-432F-B573-8C6650615911}" presName="Name0" presStyleCnt="0">
        <dgm:presLayoutVars>
          <dgm:dir/>
          <dgm:animLvl val="lvl"/>
          <dgm:resizeHandles val="exact"/>
        </dgm:presLayoutVars>
      </dgm:prSet>
      <dgm:spPr/>
    </dgm:pt>
    <dgm:pt modelId="{EBC911DF-8512-4972-8467-0369FC96F76C}" type="pres">
      <dgm:prSet presAssocID="{B24E5FB9-4221-432F-B573-8C6650615911}" presName="dummy" presStyleCnt="0"/>
      <dgm:spPr/>
    </dgm:pt>
    <dgm:pt modelId="{6908F47A-0BD9-4AAA-B83F-522524CD7C94}" type="pres">
      <dgm:prSet presAssocID="{B24E5FB9-4221-432F-B573-8C6650615911}" presName="linH" presStyleCnt="0"/>
      <dgm:spPr/>
    </dgm:pt>
    <dgm:pt modelId="{A8ED744C-80EF-45C3-A118-2463468D9F60}" type="pres">
      <dgm:prSet presAssocID="{B24E5FB9-4221-432F-B573-8C6650615911}" presName="padding1" presStyleCnt="0"/>
      <dgm:spPr/>
    </dgm:pt>
    <dgm:pt modelId="{6B7E1D4D-2A1A-4F91-B0D8-88809617B6E8}" type="pres">
      <dgm:prSet presAssocID="{0B2B0470-9ABA-4658-9169-032BCD597591}" presName="linV" presStyleCnt="0"/>
      <dgm:spPr/>
    </dgm:pt>
    <dgm:pt modelId="{952EC0F8-1B93-4F2C-9A95-83C6114D6EBE}" type="pres">
      <dgm:prSet presAssocID="{0B2B0470-9ABA-4658-9169-032BCD597591}" presName="spVertical1" presStyleCnt="0"/>
      <dgm:spPr/>
    </dgm:pt>
    <dgm:pt modelId="{64D69DFB-1100-48F4-B017-C674686F3B43}" type="pres">
      <dgm:prSet presAssocID="{0B2B0470-9ABA-4658-9169-032BCD597591}" presName="parTx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746ED389-DFA9-4612-BFF8-A4084DEEE0F7}" type="pres">
      <dgm:prSet presAssocID="{0B2B0470-9ABA-4658-9169-032BCD597591}" presName="spVertical2" presStyleCnt="0"/>
      <dgm:spPr/>
    </dgm:pt>
    <dgm:pt modelId="{1E8FB0D7-5FA7-4840-A251-AB302FF7EB57}" type="pres">
      <dgm:prSet presAssocID="{0B2B0470-9ABA-4658-9169-032BCD597591}" presName="spVertical3" presStyleCnt="0"/>
      <dgm:spPr/>
    </dgm:pt>
    <dgm:pt modelId="{52D1FE35-0BE2-4102-84D4-197EF458F53E}" type="pres">
      <dgm:prSet presAssocID="{EDE9FD83-80C2-4ABB-9963-1695FF8B4F2E}" presName="space" presStyleCnt="0"/>
      <dgm:spPr/>
    </dgm:pt>
    <dgm:pt modelId="{D08F2C06-1A74-4D6E-BE1A-1CF2E47C5E3E}" type="pres">
      <dgm:prSet presAssocID="{4BE1365D-E6D1-438F-B76F-47410CE9FA9A}" presName="linV" presStyleCnt="0"/>
      <dgm:spPr/>
    </dgm:pt>
    <dgm:pt modelId="{6C237806-72EB-4529-BC06-49F240B23F28}" type="pres">
      <dgm:prSet presAssocID="{4BE1365D-E6D1-438F-B76F-47410CE9FA9A}" presName="spVertical1" presStyleCnt="0"/>
      <dgm:spPr/>
    </dgm:pt>
    <dgm:pt modelId="{86AA8A6B-B0F1-484B-8CDF-552FCE2995DC}" type="pres">
      <dgm:prSet presAssocID="{4BE1365D-E6D1-438F-B76F-47410CE9FA9A}" presName="parTx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C9561B4D-2CD7-43B8-8375-3466F776F612}" type="pres">
      <dgm:prSet presAssocID="{4BE1365D-E6D1-438F-B76F-47410CE9FA9A}" presName="spVertical2" presStyleCnt="0"/>
      <dgm:spPr/>
    </dgm:pt>
    <dgm:pt modelId="{CF21243D-0977-46EC-ADCC-0F573B94664D}" type="pres">
      <dgm:prSet presAssocID="{4BE1365D-E6D1-438F-B76F-47410CE9FA9A}" presName="spVertical3" presStyleCnt="0"/>
      <dgm:spPr/>
    </dgm:pt>
    <dgm:pt modelId="{7A132EFB-A8CE-4F02-B712-B4BE0BDD451D}" type="pres">
      <dgm:prSet presAssocID="{B24E5FB9-4221-432F-B573-8C6650615911}" presName="padding2" presStyleCnt="0"/>
      <dgm:spPr/>
    </dgm:pt>
    <dgm:pt modelId="{C9FC6270-F9EF-462F-BC68-42441ABC90B5}" type="pres">
      <dgm:prSet presAssocID="{B24E5FB9-4221-432F-B573-8C6650615911}" presName="negArrow" presStyleCnt="0"/>
      <dgm:spPr/>
    </dgm:pt>
    <dgm:pt modelId="{457EC6B2-2CD0-4FB2-97CD-E0463900D717}" type="pres">
      <dgm:prSet presAssocID="{B24E5FB9-4221-432F-B573-8C6650615911}" presName="backgroundArrow" presStyleLbl="node1" presStyleIdx="0" presStyleCnt="1" custLinFactNeighborX="-7718"/>
      <dgm:spPr/>
    </dgm:pt>
  </dgm:ptLst>
  <dgm:cxnLst>
    <dgm:cxn modelId="{FE2ED90F-BF9D-474D-B4CC-5A729E7C1ACF}" srcId="{B24E5FB9-4221-432F-B573-8C6650615911}" destId="{4BE1365D-E6D1-438F-B76F-47410CE9FA9A}" srcOrd="1" destOrd="0" parTransId="{C7ACE980-FB9B-4403-BE01-898C27FA4DA1}" sibTransId="{05785ED4-AFBE-4555-93E8-B0C36877A042}"/>
    <dgm:cxn modelId="{CA3AA127-25D9-41AD-B5DC-483077DAC24E}" type="presOf" srcId="{B24E5FB9-4221-432F-B573-8C6650615911}" destId="{77725916-B49D-4A85-B283-5E2615BE9C18}" srcOrd="0" destOrd="0" presId="urn:microsoft.com/office/officeart/2005/8/layout/hProcess3"/>
    <dgm:cxn modelId="{1DB5B853-8621-47B8-A7BC-8D27E284E056}" type="presOf" srcId="{0B2B0470-9ABA-4658-9169-032BCD597591}" destId="{64D69DFB-1100-48F4-B017-C674686F3B43}" srcOrd="0" destOrd="0" presId="urn:microsoft.com/office/officeart/2005/8/layout/hProcess3"/>
    <dgm:cxn modelId="{7C558AAA-6413-4623-8FBD-B15195A7B7D8}" srcId="{B24E5FB9-4221-432F-B573-8C6650615911}" destId="{0B2B0470-9ABA-4658-9169-032BCD597591}" srcOrd="0" destOrd="0" parTransId="{1E3C983B-779C-4901-B0B8-4DD09E0E21DC}" sibTransId="{EDE9FD83-80C2-4ABB-9963-1695FF8B4F2E}"/>
    <dgm:cxn modelId="{2DEB20C3-2C4C-4950-B98D-94DBA7D81770}" type="presOf" srcId="{4BE1365D-E6D1-438F-B76F-47410CE9FA9A}" destId="{86AA8A6B-B0F1-484B-8CDF-552FCE2995DC}" srcOrd="0" destOrd="0" presId="urn:microsoft.com/office/officeart/2005/8/layout/hProcess3"/>
    <dgm:cxn modelId="{6B36664D-70FA-4B92-AC69-FBFA066E6E76}" type="presParOf" srcId="{77725916-B49D-4A85-B283-5E2615BE9C18}" destId="{EBC911DF-8512-4972-8467-0369FC96F76C}" srcOrd="0" destOrd="0" presId="urn:microsoft.com/office/officeart/2005/8/layout/hProcess3"/>
    <dgm:cxn modelId="{19DBCECE-2436-45B6-B334-4B5E7C8B4112}" type="presParOf" srcId="{77725916-B49D-4A85-B283-5E2615BE9C18}" destId="{6908F47A-0BD9-4AAA-B83F-522524CD7C94}" srcOrd="1" destOrd="0" presId="urn:microsoft.com/office/officeart/2005/8/layout/hProcess3"/>
    <dgm:cxn modelId="{9C82838D-0484-48C2-9EEE-9C7ACD7F8740}" type="presParOf" srcId="{6908F47A-0BD9-4AAA-B83F-522524CD7C94}" destId="{A8ED744C-80EF-45C3-A118-2463468D9F60}" srcOrd="0" destOrd="0" presId="urn:microsoft.com/office/officeart/2005/8/layout/hProcess3"/>
    <dgm:cxn modelId="{CD255956-1CA7-4120-9F97-9EC3F9DFAF84}" type="presParOf" srcId="{6908F47A-0BD9-4AAA-B83F-522524CD7C94}" destId="{6B7E1D4D-2A1A-4F91-B0D8-88809617B6E8}" srcOrd="1" destOrd="0" presId="urn:microsoft.com/office/officeart/2005/8/layout/hProcess3"/>
    <dgm:cxn modelId="{7358B93D-7060-4F99-A0ED-EDEB4D905088}" type="presParOf" srcId="{6B7E1D4D-2A1A-4F91-B0D8-88809617B6E8}" destId="{952EC0F8-1B93-4F2C-9A95-83C6114D6EBE}" srcOrd="0" destOrd="0" presId="urn:microsoft.com/office/officeart/2005/8/layout/hProcess3"/>
    <dgm:cxn modelId="{86F80A04-B0CD-4047-A94A-CB701FA276DC}" type="presParOf" srcId="{6B7E1D4D-2A1A-4F91-B0D8-88809617B6E8}" destId="{64D69DFB-1100-48F4-B017-C674686F3B43}" srcOrd="1" destOrd="0" presId="urn:microsoft.com/office/officeart/2005/8/layout/hProcess3"/>
    <dgm:cxn modelId="{05FED7F0-C25B-443C-AFF4-3D6766601658}" type="presParOf" srcId="{6B7E1D4D-2A1A-4F91-B0D8-88809617B6E8}" destId="{746ED389-DFA9-4612-BFF8-A4084DEEE0F7}" srcOrd="2" destOrd="0" presId="urn:microsoft.com/office/officeart/2005/8/layout/hProcess3"/>
    <dgm:cxn modelId="{E202C291-0B9A-4685-B4CF-32FD27C71A88}" type="presParOf" srcId="{6B7E1D4D-2A1A-4F91-B0D8-88809617B6E8}" destId="{1E8FB0D7-5FA7-4840-A251-AB302FF7EB57}" srcOrd="3" destOrd="0" presId="urn:microsoft.com/office/officeart/2005/8/layout/hProcess3"/>
    <dgm:cxn modelId="{64B74DCE-2C0F-4B00-9E75-9765818F6F2B}" type="presParOf" srcId="{6908F47A-0BD9-4AAA-B83F-522524CD7C94}" destId="{52D1FE35-0BE2-4102-84D4-197EF458F53E}" srcOrd="2" destOrd="0" presId="urn:microsoft.com/office/officeart/2005/8/layout/hProcess3"/>
    <dgm:cxn modelId="{22A79ED0-9876-4457-BF22-E680163CD136}" type="presParOf" srcId="{6908F47A-0BD9-4AAA-B83F-522524CD7C94}" destId="{D08F2C06-1A74-4D6E-BE1A-1CF2E47C5E3E}" srcOrd="3" destOrd="0" presId="urn:microsoft.com/office/officeart/2005/8/layout/hProcess3"/>
    <dgm:cxn modelId="{577BC70F-4BD5-4A39-9175-F2FE7864A7E5}" type="presParOf" srcId="{D08F2C06-1A74-4D6E-BE1A-1CF2E47C5E3E}" destId="{6C237806-72EB-4529-BC06-49F240B23F28}" srcOrd="0" destOrd="0" presId="urn:microsoft.com/office/officeart/2005/8/layout/hProcess3"/>
    <dgm:cxn modelId="{E6AC5763-13AC-4BFB-BE1B-3C7A0A40145C}" type="presParOf" srcId="{D08F2C06-1A74-4D6E-BE1A-1CF2E47C5E3E}" destId="{86AA8A6B-B0F1-484B-8CDF-552FCE2995DC}" srcOrd="1" destOrd="0" presId="urn:microsoft.com/office/officeart/2005/8/layout/hProcess3"/>
    <dgm:cxn modelId="{2ACF31CF-BA81-47B9-AF9F-4BC57751B1A6}" type="presParOf" srcId="{D08F2C06-1A74-4D6E-BE1A-1CF2E47C5E3E}" destId="{C9561B4D-2CD7-43B8-8375-3466F776F612}" srcOrd="2" destOrd="0" presId="urn:microsoft.com/office/officeart/2005/8/layout/hProcess3"/>
    <dgm:cxn modelId="{89FD1654-18F3-4509-A631-FED14E484CEC}" type="presParOf" srcId="{D08F2C06-1A74-4D6E-BE1A-1CF2E47C5E3E}" destId="{CF21243D-0977-46EC-ADCC-0F573B94664D}" srcOrd="3" destOrd="0" presId="urn:microsoft.com/office/officeart/2005/8/layout/hProcess3"/>
    <dgm:cxn modelId="{6F36B8D0-9EDB-4545-8F68-F4BEE8E760CE}" type="presParOf" srcId="{6908F47A-0BD9-4AAA-B83F-522524CD7C94}" destId="{7A132EFB-A8CE-4F02-B712-B4BE0BDD451D}" srcOrd="4" destOrd="0" presId="urn:microsoft.com/office/officeart/2005/8/layout/hProcess3"/>
    <dgm:cxn modelId="{D9850DDE-1ED2-464E-BEFF-3299C3C43142}" type="presParOf" srcId="{6908F47A-0BD9-4AAA-B83F-522524CD7C94}" destId="{C9FC6270-F9EF-462F-BC68-42441ABC90B5}" srcOrd="5" destOrd="0" presId="urn:microsoft.com/office/officeart/2005/8/layout/hProcess3"/>
    <dgm:cxn modelId="{522C21DF-518F-4BE0-AD4C-12A17B2ABF9E}" type="presParOf" srcId="{6908F47A-0BD9-4AAA-B83F-522524CD7C94}" destId="{457EC6B2-2CD0-4FB2-97CD-E0463900D717}" srcOrd="6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1F92AC7-5495-4821-BE26-D6449041A3A6}" type="doc">
      <dgm:prSet loTypeId="urn:microsoft.com/office/officeart/2005/8/layout/h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73918E-48EF-4FFA-AFA5-90D7310DB663}">
      <dgm:prSet phldrT="[Text]" phldr="0"/>
      <dgm:spPr/>
      <dgm:t>
        <a:bodyPr/>
        <a:lstStyle/>
        <a:p>
          <a:r>
            <a:rPr lang="en-US" dirty="0"/>
            <a:t> </a:t>
          </a:r>
        </a:p>
      </dgm:t>
    </dgm:pt>
    <dgm:pt modelId="{90BE7D35-F511-4859-9A40-A4AE14192317}" type="parTrans" cxnId="{5FD690FE-5712-488B-94D9-26E8753F8E64}">
      <dgm:prSet/>
      <dgm:spPr/>
      <dgm:t>
        <a:bodyPr/>
        <a:lstStyle/>
        <a:p>
          <a:endParaRPr lang="en-US"/>
        </a:p>
      </dgm:t>
    </dgm:pt>
    <dgm:pt modelId="{C3D02C9A-16AA-4422-85AE-E66DCBF8122B}" type="sibTrans" cxnId="{5FD690FE-5712-488B-94D9-26E8753F8E64}">
      <dgm:prSet/>
      <dgm:spPr/>
      <dgm:t>
        <a:bodyPr/>
        <a:lstStyle/>
        <a:p>
          <a:endParaRPr lang="en-US"/>
        </a:p>
      </dgm:t>
    </dgm:pt>
    <dgm:pt modelId="{DBBFB958-41C5-418A-B2D3-80232E1A9FDF}">
      <dgm:prSet phldrT="[Text]" phldr="0"/>
      <dgm:spPr/>
      <dgm:t>
        <a:bodyPr/>
        <a:lstStyle/>
        <a:p>
          <a:r>
            <a:rPr lang="en-US" dirty="0"/>
            <a:t> </a:t>
          </a:r>
        </a:p>
      </dgm:t>
    </dgm:pt>
    <dgm:pt modelId="{FA09C4D2-17E4-41E0-A652-BD4272F36DB9}" type="parTrans" cxnId="{D67FA0BA-7FD3-45A7-B629-BBA06519B607}">
      <dgm:prSet/>
      <dgm:spPr/>
      <dgm:t>
        <a:bodyPr/>
        <a:lstStyle/>
        <a:p>
          <a:endParaRPr lang="en-US"/>
        </a:p>
      </dgm:t>
    </dgm:pt>
    <dgm:pt modelId="{56EA4D5B-8F40-4DBF-9476-3E398F0F8663}" type="sibTrans" cxnId="{D67FA0BA-7FD3-45A7-B629-BBA06519B607}">
      <dgm:prSet/>
      <dgm:spPr/>
      <dgm:t>
        <a:bodyPr/>
        <a:lstStyle/>
        <a:p>
          <a:endParaRPr lang="en-US"/>
        </a:p>
      </dgm:t>
    </dgm:pt>
    <dgm:pt modelId="{821543DC-119B-437D-BC08-19CAB1CD33D8}">
      <dgm:prSet phldrT="[Text]" phldr="0"/>
      <dgm:spPr/>
      <dgm:t>
        <a:bodyPr/>
        <a:lstStyle/>
        <a:p>
          <a:r>
            <a:rPr lang="en-US" dirty="0"/>
            <a:t> </a:t>
          </a:r>
        </a:p>
      </dgm:t>
    </dgm:pt>
    <dgm:pt modelId="{212C5D22-0D4A-4613-BA87-152162E30FEC}" type="parTrans" cxnId="{A3C8783D-B70F-446F-B751-B6466536C719}">
      <dgm:prSet/>
      <dgm:spPr/>
      <dgm:t>
        <a:bodyPr/>
        <a:lstStyle/>
        <a:p>
          <a:endParaRPr lang="en-US"/>
        </a:p>
      </dgm:t>
    </dgm:pt>
    <dgm:pt modelId="{DBE52A30-ACC2-4BAB-9BBD-EA3E4378EBC0}" type="sibTrans" cxnId="{A3C8783D-B70F-446F-B751-B6466536C719}">
      <dgm:prSet/>
      <dgm:spPr/>
      <dgm:t>
        <a:bodyPr/>
        <a:lstStyle/>
        <a:p>
          <a:endParaRPr lang="en-US"/>
        </a:p>
      </dgm:t>
    </dgm:pt>
    <dgm:pt modelId="{C1853DAA-D235-4B68-AA6E-B463411AE6F9}" type="pres">
      <dgm:prSet presAssocID="{B1F92AC7-5495-4821-BE26-D6449041A3A6}" presName="Name0" presStyleCnt="0">
        <dgm:presLayoutVars>
          <dgm:dir val="rev"/>
          <dgm:animLvl val="lvl"/>
          <dgm:resizeHandles val="exact"/>
        </dgm:presLayoutVars>
      </dgm:prSet>
      <dgm:spPr/>
    </dgm:pt>
    <dgm:pt modelId="{B242A15D-A677-48F7-BA70-FE383F7CAAA9}" type="pres">
      <dgm:prSet presAssocID="{B1F92AC7-5495-4821-BE26-D6449041A3A6}" presName="dummy" presStyleCnt="0"/>
      <dgm:spPr/>
    </dgm:pt>
    <dgm:pt modelId="{5052F12C-7C51-4913-86D2-969071C004C8}" type="pres">
      <dgm:prSet presAssocID="{B1F92AC7-5495-4821-BE26-D6449041A3A6}" presName="linH" presStyleCnt="0"/>
      <dgm:spPr/>
    </dgm:pt>
    <dgm:pt modelId="{CADC49A1-2E22-48E3-90E6-2C17F538AE6D}" type="pres">
      <dgm:prSet presAssocID="{B1F92AC7-5495-4821-BE26-D6449041A3A6}" presName="padding1" presStyleCnt="0"/>
      <dgm:spPr/>
    </dgm:pt>
    <dgm:pt modelId="{E2D8C484-2447-4AC8-9154-B238181E467E}" type="pres">
      <dgm:prSet presAssocID="{F673918E-48EF-4FFA-AFA5-90D7310DB663}" presName="linV" presStyleCnt="0"/>
      <dgm:spPr/>
    </dgm:pt>
    <dgm:pt modelId="{0FC09731-69CD-4525-8574-890F9B18760E}" type="pres">
      <dgm:prSet presAssocID="{F673918E-48EF-4FFA-AFA5-90D7310DB663}" presName="spVertical1" presStyleCnt="0"/>
      <dgm:spPr/>
    </dgm:pt>
    <dgm:pt modelId="{CF556A66-DE06-478B-A960-EE30AC9157C9}" type="pres">
      <dgm:prSet presAssocID="{F673918E-48EF-4FFA-AFA5-90D7310DB663}" presName="parTx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37D444FD-E9C6-4172-B233-9FA611325E7C}" type="pres">
      <dgm:prSet presAssocID="{F673918E-48EF-4FFA-AFA5-90D7310DB663}" presName="spVertical2" presStyleCnt="0"/>
      <dgm:spPr/>
    </dgm:pt>
    <dgm:pt modelId="{9F7BC58F-93FB-4837-AF8D-F7DB3B74A59E}" type="pres">
      <dgm:prSet presAssocID="{F673918E-48EF-4FFA-AFA5-90D7310DB663}" presName="spVertical3" presStyleCnt="0"/>
      <dgm:spPr/>
    </dgm:pt>
    <dgm:pt modelId="{AE2C46B5-08D3-4D8E-BA21-2DF33F0E66E6}" type="pres">
      <dgm:prSet presAssocID="{C3D02C9A-16AA-4422-85AE-E66DCBF8122B}" presName="space" presStyleCnt="0"/>
      <dgm:spPr/>
    </dgm:pt>
    <dgm:pt modelId="{5CFDFCFA-8441-4DCC-A5D8-F3DEF1BD2399}" type="pres">
      <dgm:prSet presAssocID="{DBBFB958-41C5-418A-B2D3-80232E1A9FDF}" presName="linV" presStyleCnt="0"/>
      <dgm:spPr/>
    </dgm:pt>
    <dgm:pt modelId="{865DF878-61EA-4964-8127-558216814006}" type="pres">
      <dgm:prSet presAssocID="{DBBFB958-41C5-418A-B2D3-80232E1A9FDF}" presName="spVertical1" presStyleCnt="0"/>
      <dgm:spPr/>
    </dgm:pt>
    <dgm:pt modelId="{CAD59B65-420D-48C8-B8B4-3B4E63011DA5}" type="pres">
      <dgm:prSet presAssocID="{DBBFB958-41C5-418A-B2D3-80232E1A9FDF}" presName="parTx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8F05424B-E27A-4803-86FE-7B10D92EEA42}" type="pres">
      <dgm:prSet presAssocID="{DBBFB958-41C5-418A-B2D3-80232E1A9FDF}" presName="spVertical2" presStyleCnt="0"/>
      <dgm:spPr/>
    </dgm:pt>
    <dgm:pt modelId="{412C5D82-BDE5-4C70-8F0D-FAFC99434B8B}" type="pres">
      <dgm:prSet presAssocID="{DBBFB958-41C5-418A-B2D3-80232E1A9FDF}" presName="spVertical3" presStyleCnt="0"/>
      <dgm:spPr/>
    </dgm:pt>
    <dgm:pt modelId="{7AD23EDB-92A3-41F4-9359-F16A77F81C49}" type="pres">
      <dgm:prSet presAssocID="{56EA4D5B-8F40-4DBF-9476-3E398F0F8663}" presName="space" presStyleCnt="0"/>
      <dgm:spPr/>
    </dgm:pt>
    <dgm:pt modelId="{BDD85521-A2B4-400E-BB45-FCD898CDE5AA}" type="pres">
      <dgm:prSet presAssocID="{821543DC-119B-437D-BC08-19CAB1CD33D8}" presName="linV" presStyleCnt="0"/>
      <dgm:spPr/>
    </dgm:pt>
    <dgm:pt modelId="{1AE658EF-7947-4D80-9056-1AE76B3526B5}" type="pres">
      <dgm:prSet presAssocID="{821543DC-119B-437D-BC08-19CAB1CD33D8}" presName="spVertical1" presStyleCnt="0"/>
      <dgm:spPr/>
    </dgm:pt>
    <dgm:pt modelId="{798A2EA2-10A5-4586-9D82-A1E7B7D4F402}" type="pres">
      <dgm:prSet presAssocID="{821543DC-119B-437D-BC08-19CAB1CD33D8}" presName="parTx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5996E6E5-27A1-4B6E-ADB9-8357F7AA5215}" type="pres">
      <dgm:prSet presAssocID="{821543DC-119B-437D-BC08-19CAB1CD33D8}" presName="spVertical2" presStyleCnt="0"/>
      <dgm:spPr/>
    </dgm:pt>
    <dgm:pt modelId="{F942B106-C7B5-413E-A006-8210BC5C3E01}" type="pres">
      <dgm:prSet presAssocID="{821543DC-119B-437D-BC08-19CAB1CD33D8}" presName="spVertical3" presStyleCnt="0"/>
      <dgm:spPr/>
    </dgm:pt>
    <dgm:pt modelId="{4A742C83-B0CE-46A2-8045-59AF2FB3A63D}" type="pres">
      <dgm:prSet presAssocID="{B1F92AC7-5495-4821-BE26-D6449041A3A6}" presName="padding2" presStyleCnt="0"/>
      <dgm:spPr/>
    </dgm:pt>
    <dgm:pt modelId="{F21D31FD-12D3-40C9-B03D-C17BA915DD4C}" type="pres">
      <dgm:prSet presAssocID="{B1F92AC7-5495-4821-BE26-D6449041A3A6}" presName="negArrow" presStyleCnt="0"/>
      <dgm:spPr/>
    </dgm:pt>
    <dgm:pt modelId="{0514BCBA-6443-471C-A019-56729670FAD8}" type="pres">
      <dgm:prSet presAssocID="{B1F92AC7-5495-4821-BE26-D6449041A3A6}" presName="backgroundArrow" presStyleLbl="node1" presStyleIdx="0" presStyleCnt="1" custLinFactX="67937" custLinFactY="600000" custLinFactNeighborX="100000" custLinFactNeighborY="662847"/>
      <dgm:spPr/>
    </dgm:pt>
  </dgm:ptLst>
  <dgm:cxnLst>
    <dgm:cxn modelId="{6F0C6C01-A31E-4D45-9FF8-DDAAE697C283}" type="presOf" srcId="{DBBFB958-41C5-418A-B2D3-80232E1A9FDF}" destId="{CAD59B65-420D-48C8-B8B4-3B4E63011DA5}" srcOrd="0" destOrd="0" presId="urn:microsoft.com/office/officeart/2005/8/layout/hProcess3"/>
    <dgm:cxn modelId="{A3C8783D-B70F-446F-B751-B6466536C719}" srcId="{B1F92AC7-5495-4821-BE26-D6449041A3A6}" destId="{821543DC-119B-437D-BC08-19CAB1CD33D8}" srcOrd="2" destOrd="0" parTransId="{212C5D22-0D4A-4613-BA87-152162E30FEC}" sibTransId="{DBE52A30-ACC2-4BAB-9BBD-EA3E4378EBC0}"/>
    <dgm:cxn modelId="{61E5EF3E-68B2-4DAE-83A0-8D1B25EC3EC6}" type="presOf" srcId="{F673918E-48EF-4FFA-AFA5-90D7310DB663}" destId="{CF556A66-DE06-478B-A960-EE30AC9157C9}" srcOrd="0" destOrd="0" presId="urn:microsoft.com/office/officeart/2005/8/layout/hProcess3"/>
    <dgm:cxn modelId="{9F42E348-610F-4EF9-95C3-3D85EC0B2E65}" type="presOf" srcId="{821543DC-119B-437D-BC08-19CAB1CD33D8}" destId="{798A2EA2-10A5-4586-9D82-A1E7B7D4F402}" srcOrd="0" destOrd="0" presId="urn:microsoft.com/office/officeart/2005/8/layout/hProcess3"/>
    <dgm:cxn modelId="{D67FA0BA-7FD3-45A7-B629-BBA06519B607}" srcId="{B1F92AC7-5495-4821-BE26-D6449041A3A6}" destId="{DBBFB958-41C5-418A-B2D3-80232E1A9FDF}" srcOrd="1" destOrd="0" parTransId="{FA09C4D2-17E4-41E0-A652-BD4272F36DB9}" sibTransId="{56EA4D5B-8F40-4DBF-9476-3E398F0F8663}"/>
    <dgm:cxn modelId="{AF68FFBE-ACE5-4CD1-9338-8088C4FABA8F}" type="presOf" srcId="{B1F92AC7-5495-4821-BE26-D6449041A3A6}" destId="{C1853DAA-D235-4B68-AA6E-B463411AE6F9}" srcOrd="0" destOrd="0" presId="urn:microsoft.com/office/officeart/2005/8/layout/hProcess3"/>
    <dgm:cxn modelId="{5FD690FE-5712-488B-94D9-26E8753F8E64}" srcId="{B1F92AC7-5495-4821-BE26-D6449041A3A6}" destId="{F673918E-48EF-4FFA-AFA5-90D7310DB663}" srcOrd="0" destOrd="0" parTransId="{90BE7D35-F511-4859-9A40-A4AE14192317}" sibTransId="{C3D02C9A-16AA-4422-85AE-E66DCBF8122B}"/>
    <dgm:cxn modelId="{A1230A47-883F-4626-B615-D1EDC38D1102}" type="presParOf" srcId="{C1853DAA-D235-4B68-AA6E-B463411AE6F9}" destId="{B242A15D-A677-48F7-BA70-FE383F7CAAA9}" srcOrd="0" destOrd="0" presId="urn:microsoft.com/office/officeart/2005/8/layout/hProcess3"/>
    <dgm:cxn modelId="{4F1E3CF5-2A40-4ED1-9A16-7C764E9BDF80}" type="presParOf" srcId="{C1853DAA-D235-4B68-AA6E-B463411AE6F9}" destId="{5052F12C-7C51-4913-86D2-969071C004C8}" srcOrd="1" destOrd="0" presId="urn:microsoft.com/office/officeart/2005/8/layout/hProcess3"/>
    <dgm:cxn modelId="{EC86A817-536F-48EF-8953-8F6DAD0EA319}" type="presParOf" srcId="{5052F12C-7C51-4913-86D2-969071C004C8}" destId="{CADC49A1-2E22-48E3-90E6-2C17F538AE6D}" srcOrd="0" destOrd="0" presId="urn:microsoft.com/office/officeart/2005/8/layout/hProcess3"/>
    <dgm:cxn modelId="{BEC642A1-79EC-46DD-827D-26983D53EDDB}" type="presParOf" srcId="{5052F12C-7C51-4913-86D2-969071C004C8}" destId="{E2D8C484-2447-4AC8-9154-B238181E467E}" srcOrd="1" destOrd="0" presId="urn:microsoft.com/office/officeart/2005/8/layout/hProcess3"/>
    <dgm:cxn modelId="{63FC176A-A225-44A6-8F76-F06786B44FDD}" type="presParOf" srcId="{E2D8C484-2447-4AC8-9154-B238181E467E}" destId="{0FC09731-69CD-4525-8574-890F9B18760E}" srcOrd="0" destOrd="0" presId="urn:microsoft.com/office/officeart/2005/8/layout/hProcess3"/>
    <dgm:cxn modelId="{A4073C56-2F44-471D-A320-1C84FC92B01A}" type="presParOf" srcId="{E2D8C484-2447-4AC8-9154-B238181E467E}" destId="{CF556A66-DE06-478B-A960-EE30AC9157C9}" srcOrd="1" destOrd="0" presId="urn:microsoft.com/office/officeart/2005/8/layout/hProcess3"/>
    <dgm:cxn modelId="{7117194C-29B0-437B-ABA6-A04909362FFF}" type="presParOf" srcId="{E2D8C484-2447-4AC8-9154-B238181E467E}" destId="{37D444FD-E9C6-4172-B233-9FA611325E7C}" srcOrd="2" destOrd="0" presId="urn:microsoft.com/office/officeart/2005/8/layout/hProcess3"/>
    <dgm:cxn modelId="{55DD9213-4D08-4DC4-A3C3-1FCFD9F93585}" type="presParOf" srcId="{E2D8C484-2447-4AC8-9154-B238181E467E}" destId="{9F7BC58F-93FB-4837-AF8D-F7DB3B74A59E}" srcOrd="3" destOrd="0" presId="urn:microsoft.com/office/officeart/2005/8/layout/hProcess3"/>
    <dgm:cxn modelId="{2C99D4DF-3126-4E8E-B208-A12A588721C8}" type="presParOf" srcId="{5052F12C-7C51-4913-86D2-969071C004C8}" destId="{AE2C46B5-08D3-4D8E-BA21-2DF33F0E66E6}" srcOrd="2" destOrd="0" presId="urn:microsoft.com/office/officeart/2005/8/layout/hProcess3"/>
    <dgm:cxn modelId="{8009E760-1674-4B44-B405-31A48776D191}" type="presParOf" srcId="{5052F12C-7C51-4913-86D2-969071C004C8}" destId="{5CFDFCFA-8441-4DCC-A5D8-F3DEF1BD2399}" srcOrd="3" destOrd="0" presId="urn:microsoft.com/office/officeart/2005/8/layout/hProcess3"/>
    <dgm:cxn modelId="{1E549FA5-EB68-47ED-831C-84D4F43C69C6}" type="presParOf" srcId="{5CFDFCFA-8441-4DCC-A5D8-F3DEF1BD2399}" destId="{865DF878-61EA-4964-8127-558216814006}" srcOrd="0" destOrd="0" presId="urn:microsoft.com/office/officeart/2005/8/layout/hProcess3"/>
    <dgm:cxn modelId="{EC9B3D81-9E98-4CEC-B752-688FA79024D7}" type="presParOf" srcId="{5CFDFCFA-8441-4DCC-A5D8-F3DEF1BD2399}" destId="{CAD59B65-420D-48C8-B8B4-3B4E63011DA5}" srcOrd="1" destOrd="0" presId="urn:microsoft.com/office/officeart/2005/8/layout/hProcess3"/>
    <dgm:cxn modelId="{38E6DB05-0FC8-480C-9DA6-86360F675BA0}" type="presParOf" srcId="{5CFDFCFA-8441-4DCC-A5D8-F3DEF1BD2399}" destId="{8F05424B-E27A-4803-86FE-7B10D92EEA42}" srcOrd="2" destOrd="0" presId="urn:microsoft.com/office/officeart/2005/8/layout/hProcess3"/>
    <dgm:cxn modelId="{2C04AD28-CEDC-482B-B275-66C89C3B52F2}" type="presParOf" srcId="{5CFDFCFA-8441-4DCC-A5D8-F3DEF1BD2399}" destId="{412C5D82-BDE5-4C70-8F0D-FAFC99434B8B}" srcOrd="3" destOrd="0" presId="urn:microsoft.com/office/officeart/2005/8/layout/hProcess3"/>
    <dgm:cxn modelId="{E4E240F5-AF00-4B60-B3F1-CD22EAE1A209}" type="presParOf" srcId="{5052F12C-7C51-4913-86D2-969071C004C8}" destId="{7AD23EDB-92A3-41F4-9359-F16A77F81C49}" srcOrd="4" destOrd="0" presId="urn:microsoft.com/office/officeart/2005/8/layout/hProcess3"/>
    <dgm:cxn modelId="{0D722312-7D00-4BEA-9BFE-2E20B4AC1BAD}" type="presParOf" srcId="{5052F12C-7C51-4913-86D2-969071C004C8}" destId="{BDD85521-A2B4-400E-BB45-FCD898CDE5AA}" srcOrd="5" destOrd="0" presId="urn:microsoft.com/office/officeart/2005/8/layout/hProcess3"/>
    <dgm:cxn modelId="{7C350F89-EA83-4601-9A50-C8ED603A9E78}" type="presParOf" srcId="{BDD85521-A2B4-400E-BB45-FCD898CDE5AA}" destId="{1AE658EF-7947-4D80-9056-1AE76B3526B5}" srcOrd="0" destOrd="0" presId="urn:microsoft.com/office/officeart/2005/8/layout/hProcess3"/>
    <dgm:cxn modelId="{942FA41E-7A9A-4998-A2A0-9AD064D83BBB}" type="presParOf" srcId="{BDD85521-A2B4-400E-BB45-FCD898CDE5AA}" destId="{798A2EA2-10A5-4586-9D82-A1E7B7D4F402}" srcOrd="1" destOrd="0" presId="urn:microsoft.com/office/officeart/2005/8/layout/hProcess3"/>
    <dgm:cxn modelId="{74674F14-02FD-4940-8FE3-4E94CD0CA822}" type="presParOf" srcId="{BDD85521-A2B4-400E-BB45-FCD898CDE5AA}" destId="{5996E6E5-27A1-4B6E-ADB9-8357F7AA5215}" srcOrd="2" destOrd="0" presId="urn:microsoft.com/office/officeart/2005/8/layout/hProcess3"/>
    <dgm:cxn modelId="{2B5BBD27-AE57-4F88-AC00-F8818EE71871}" type="presParOf" srcId="{BDD85521-A2B4-400E-BB45-FCD898CDE5AA}" destId="{F942B106-C7B5-413E-A006-8210BC5C3E01}" srcOrd="3" destOrd="0" presId="urn:microsoft.com/office/officeart/2005/8/layout/hProcess3"/>
    <dgm:cxn modelId="{0D960ED1-8432-4388-9E53-067DFBD443C6}" type="presParOf" srcId="{5052F12C-7C51-4913-86D2-969071C004C8}" destId="{4A742C83-B0CE-46A2-8045-59AF2FB3A63D}" srcOrd="6" destOrd="0" presId="urn:microsoft.com/office/officeart/2005/8/layout/hProcess3"/>
    <dgm:cxn modelId="{6DBD0370-D51C-4E43-986F-36EDA09E9316}" type="presParOf" srcId="{5052F12C-7C51-4913-86D2-969071C004C8}" destId="{F21D31FD-12D3-40C9-B03D-C17BA915DD4C}" srcOrd="7" destOrd="0" presId="urn:microsoft.com/office/officeart/2005/8/layout/hProcess3"/>
    <dgm:cxn modelId="{4EE56AFC-E238-4D56-817C-AFED81042160}" type="presParOf" srcId="{5052F12C-7C51-4913-86D2-969071C004C8}" destId="{0514BCBA-6443-471C-A019-56729670FAD8}" srcOrd="8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7EC6B2-2CD0-4FB2-97CD-E0463900D717}">
      <dsp:nvSpPr>
        <dsp:cNvPr id="0" name=""/>
        <dsp:cNvSpPr/>
      </dsp:nvSpPr>
      <dsp:spPr>
        <a:xfrm>
          <a:off x="8205" y="0"/>
          <a:ext cx="1675569" cy="333351"/>
        </a:xfrm>
        <a:prstGeom prst="rightArrow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6AA8A6B-B0F1-484B-8CDF-552FCE2995DC}">
      <dsp:nvSpPr>
        <dsp:cNvPr id="0" name=""/>
        <dsp:cNvSpPr/>
      </dsp:nvSpPr>
      <dsp:spPr>
        <a:xfrm>
          <a:off x="934039" y="83320"/>
          <a:ext cx="662700" cy="16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0800" rIns="0" bIns="5080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34039" y="83320"/>
        <a:ext cx="662700" cy="166640"/>
      </dsp:txXfrm>
    </dsp:sp>
    <dsp:sp modelId="{64D69DFB-1100-48F4-B017-C674686F3B43}">
      <dsp:nvSpPr>
        <dsp:cNvPr id="0" name=""/>
        <dsp:cNvSpPr/>
      </dsp:nvSpPr>
      <dsp:spPr>
        <a:xfrm>
          <a:off x="138798" y="83320"/>
          <a:ext cx="662700" cy="16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0800" rIns="0" bIns="5080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K</a:t>
          </a:r>
        </a:p>
      </dsp:txBody>
      <dsp:txXfrm>
        <a:off x="138798" y="83320"/>
        <a:ext cx="662700" cy="166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7EC6B2-2CD0-4FB2-97CD-E0463900D717}">
      <dsp:nvSpPr>
        <dsp:cNvPr id="0" name=""/>
        <dsp:cNvSpPr/>
      </dsp:nvSpPr>
      <dsp:spPr>
        <a:xfrm>
          <a:off x="0" y="0"/>
          <a:ext cx="1747729" cy="333351"/>
        </a:xfrm>
        <a:prstGeom prst="rightArrow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6AA8A6B-B0F1-484B-8CDF-552FCE2995DC}">
      <dsp:nvSpPr>
        <dsp:cNvPr id="0" name=""/>
        <dsp:cNvSpPr/>
      </dsp:nvSpPr>
      <dsp:spPr>
        <a:xfrm>
          <a:off x="976129" y="83320"/>
          <a:ext cx="692947" cy="16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0800" rIns="0" bIns="5080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76129" y="83320"/>
        <a:ext cx="692947" cy="166640"/>
      </dsp:txXfrm>
    </dsp:sp>
    <dsp:sp modelId="{64D69DFB-1100-48F4-B017-C674686F3B43}">
      <dsp:nvSpPr>
        <dsp:cNvPr id="0" name=""/>
        <dsp:cNvSpPr/>
      </dsp:nvSpPr>
      <dsp:spPr>
        <a:xfrm>
          <a:off x="144592" y="83320"/>
          <a:ext cx="692947" cy="166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0800" rIns="0" bIns="5080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K</a:t>
          </a:r>
        </a:p>
      </dsp:txBody>
      <dsp:txXfrm>
        <a:off x="144592" y="83320"/>
        <a:ext cx="692947" cy="166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14BCBA-6443-471C-A019-56729670FAD8}">
      <dsp:nvSpPr>
        <dsp:cNvPr id="0" name=""/>
        <dsp:cNvSpPr/>
      </dsp:nvSpPr>
      <dsp:spPr>
        <a:xfrm>
          <a:off x="1785" y="0"/>
          <a:ext cx="1827014" cy="356652"/>
        </a:xfrm>
        <a:prstGeom prst="leftArrow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98A2EA2-10A5-4586-9D82-A1E7B7D4F402}">
      <dsp:nvSpPr>
        <dsp:cNvPr id="0" name=""/>
        <dsp:cNvSpPr/>
      </dsp:nvSpPr>
      <dsp:spPr>
        <a:xfrm>
          <a:off x="89968" y="89121"/>
          <a:ext cx="467458" cy="178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0800" rIns="0" bIns="5080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 </a:t>
          </a:r>
        </a:p>
      </dsp:txBody>
      <dsp:txXfrm>
        <a:off x="89968" y="89121"/>
        <a:ext cx="467458" cy="178242"/>
      </dsp:txXfrm>
    </dsp:sp>
    <dsp:sp modelId="{CAD59B65-420D-48C8-B8B4-3B4E63011DA5}">
      <dsp:nvSpPr>
        <dsp:cNvPr id="0" name=""/>
        <dsp:cNvSpPr/>
      </dsp:nvSpPr>
      <dsp:spPr>
        <a:xfrm>
          <a:off x="650919" y="89121"/>
          <a:ext cx="467458" cy="178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0800" rIns="0" bIns="5080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 </a:t>
          </a:r>
        </a:p>
      </dsp:txBody>
      <dsp:txXfrm>
        <a:off x="650919" y="89121"/>
        <a:ext cx="467458" cy="178242"/>
      </dsp:txXfrm>
    </dsp:sp>
    <dsp:sp modelId="{CF556A66-DE06-478B-A960-EE30AC9157C9}">
      <dsp:nvSpPr>
        <dsp:cNvPr id="0" name=""/>
        <dsp:cNvSpPr/>
      </dsp:nvSpPr>
      <dsp:spPr>
        <a:xfrm>
          <a:off x="1211869" y="89121"/>
          <a:ext cx="467458" cy="178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0800" rIns="0" bIns="5080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 </a:t>
          </a:r>
        </a:p>
      </dsp:txBody>
      <dsp:txXfrm>
        <a:off x="1211869" y="89121"/>
        <a:ext cx="467458" cy="1782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48062-E8F1-4EF8-AEA3-4B737CFF56E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14452-1D87-47B0-AB4A-90D146CDD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60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14452-1D87-47B0-AB4A-90D146CDDD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09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14452-1D87-47B0-AB4A-90D146CDDD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87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14452-1D87-47B0-AB4A-90D146CDDD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14452-1D87-47B0-AB4A-90D146CDDD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55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14452-1D87-47B0-AB4A-90D146CDDD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78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FC83B-F5F7-59D0-0146-E2F0C4191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E1B1E-8662-CE57-31DE-3098B4381E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69B05-C35A-F08E-6EE0-5CE38D7134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8C470-7A3F-88C4-CD9F-6F18398B6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4808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14452-1D87-47B0-AB4A-90D146CDDD4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664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14452-1D87-47B0-AB4A-90D146CDDD4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18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14452-1D87-47B0-AB4A-90D146CDDD4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26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14452-1D87-47B0-AB4A-90D146CDDD4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72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58253-DC95-6066-9458-2BE66588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68DB0-0914-733A-67F9-950AB4389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FCB70E-725E-3B8B-31CC-38CF5CE9F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BD5AB-66F2-FF26-87B4-CB525966D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14452-1D87-47B0-AB4A-90D146CDDD4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57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9230" y="2461231"/>
            <a:ext cx="7772400" cy="1470025"/>
          </a:xfrm>
        </p:spPr>
        <p:txBody>
          <a:bodyPr>
            <a:normAutofit/>
          </a:bodyPr>
          <a:lstStyle/>
          <a:p>
            <a:r>
              <a:rPr sz="6600" b="1" dirty="0">
                <a:solidFill>
                  <a:srgbClr val="6D3B9D"/>
                </a:solidFill>
                <a:latin typeface="Calibri"/>
              </a:rPr>
              <a:t>Intro to </a:t>
            </a:r>
            <a:r>
              <a:rPr sz="6600" b="1" dirty="0" err="1">
                <a:solidFill>
                  <a:srgbClr val="6D3B9D"/>
                </a:solidFill>
                <a:latin typeface="Calibri"/>
              </a:rPr>
              <a:t>G</a:t>
            </a:r>
            <a:r>
              <a:rPr lang="en-US" sz="6600" b="1" dirty="0" err="1">
                <a:solidFill>
                  <a:srgbClr val="6D3B9D"/>
                </a:solidFill>
                <a:latin typeface="Calibri"/>
              </a:rPr>
              <a:t>raph</a:t>
            </a:r>
            <a:r>
              <a:rPr sz="6600" b="1" dirty="0" err="1">
                <a:solidFill>
                  <a:srgbClr val="6D3B9D"/>
                </a:solidFill>
                <a:latin typeface="Calibri"/>
              </a:rPr>
              <a:t>QL</a:t>
            </a:r>
            <a:endParaRPr sz="6600" b="1" dirty="0">
              <a:solidFill>
                <a:srgbClr val="6D3B9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345" y="0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The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915" y="1600200"/>
            <a:ext cx="12042910" cy="5097463"/>
          </a:xfrm>
        </p:spPr>
        <p:txBody>
          <a:bodyPr>
            <a:normAutofit/>
          </a:bodyPr>
          <a:lstStyle/>
          <a:p>
            <a:r>
              <a:rPr sz="2800" dirty="0" err="1"/>
              <a:t>GraphQL</a:t>
            </a:r>
            <a:r>
              <a:rPr sz="2800" dirty="0"/>
              <a:t> is an open</a:t>
            </a:r>
            <a:r>
              <a:rPr lang="en-US" sz="2800" dirty="0"/>
              <a:t>-</a:t>
            </a:r>
            <a:r>
              <a:rPr sz="2800" dirty="0"/>
              <a:t>source data query and manipulation language for</a:t>
            </a:r>
            <a:r>
              <a:rPr lang="en-US" sz="2800" dirty="0"/>
              <a:t> </a:t>
            </a:r>
            <a:r>
              <a:rPr sz="2800" dirty="0"/>
              <a:t>APIs.</a:t>
            </a:r>
            <a:endParaRPr lang="en-US" sz="2800" dirty="0">
              <a:solidFill>
                <a:srgbClr val="2D3748"/>
              </a:solidFill>
              <a:latin typeface="Calibri"/>
            </a:endParaRPr>
          </a:p>
          <a:p>
            <a:r>
              <a:rPr sz="2800" dirty="0"/>
              <a:t>APIs allow two applications to exchange information in the form of requests and responses.</a:t>
            </a:r>
            <a:endParaRPr lang="en-US" sz="2800" dirty="0"/>
          </a:p>
          <a:p>
            <a:r>
              <a:rPr sz="2800" dirty="0"/>
              <a:t>Unlike other APIs, </a:t>
            </a:r>
            <a:r>
              <a:rPr sz="2800" dirty="0" err="1"/>
              <a:t>GraphQL</a:t>
            </a:r>
            <a:r>
              <a:rPr sz="2800" dirty="0"/>
              <a:t> allows requesting specific data from server without receiving unnecessary data.</a:t>
            </a:r>
            <a:endParaRPr lang="en-US" sz="2800" dirty="0"/>
          </a:p>
          <a:p>
            <a:r>
              <a:rPr lang="en-US" sz="2800" dirty="0"/>
              <a:t>This reduces opportunities for information disclosure issues.</a:t>
            </a:r>
            <a:endParaRPr lang="en-US" sz="2800" b="0" dirty="0">
              <a:solidFill>
                <a:srgbClr val="2D3748"/>
              </a:solidFill>
              <a:latin typeface="Calibri"/>
            </a:endParaRPr>
          </a:p>
          <a:p>
            <a:r>
              <a:rPr sz="2800" dirty="0"/>
              <a:t>It is implemented on a single endpoint that handles all queries.</a:t>
            </a:r>
            <a:r>
              <a:rPr sz="2800" b="0" dirty="0">
                <a:solidFill>
                  <a:srgbClr val="2D3748"/>
                </a:solidFill>
                <a:latin typeface="Calibri"/>
              </a:rPr>
              <a:t> </a:t>
            </a:r>
            <a:endParaRPr lang="en-US" sz="2800" b="0" dirty="0">
              <a:solidFill>
                <a:srgbClr val="2D3748"/>
              </a:solidFill>
              <a:latin typeface="Calibri"/>
            </a:endParaRPr>
          </a:p>
          <a:p>
            <a:r>
              <a:rPr lang="en-US" sz="2800" dirty="0" err="1"/>
              <a:t>GraphQL</a:t>
            </a:r>
            <a:r>
              <a:rPr lang="en-US" sz="2800" dirty="0"/>
              <a:t> is </a:t>
            </a:r>
            <a:r>
              <a:rPr lang="en-US" sz="2800" i="1" dirty="0"/>
              <a:t>strongly typed</a:t>
            </a:r>
            <a:r>
              <a:rPr lang="en-US" sz="2800" dirty="0"/>
              <a:t>, when clients use the wrong data types, the server returns an error.</a:t>
            </a:r>
            <a:endParaRPr lang="en-US" sz="2800" b="0" dirty="0">
              <a:solidFill>
                <a:srgbClr val="2D374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2" y="28676"/>
            <a:ext cx="10689220" cy="1143000"/>
          </a:xfrm>
        </p:spPr>
        <p:txBody>
          <a:bodyPr>
            <a:noAutofit/>
          </a:bodyPr>
          <a:lstStyle/>
          <a:p>
            <a:r>
              <a:rPr b="1" dirty="0">
                <a:solidFill>
                  <a:srgbClr val="7030A0"/>
                </a:solidFill>
              </a:rPr>
              <a:t>What Problems Does </a:t>
            </a:r>
            <a:r>
              <a:rPr b="1" dirty="0" err="1">
                <a:solidFill>
                  <a:srgbClr val="7030A0"/>
                </a:solidFill>
              </a:rPr>
              <a:t>GraphQL</a:t>
            </a:r>
            <a:r>
              <a:rPr b="1" dirty="0">
                <a:solidFill>
                  <a:srgbClr val="7030A0"/>
                </a:solidFill>
              </a:rPr>
              <a:t> Solve?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7638"/>
            <a:ext cx="12062298" cy="5440362"/>
          </a:xfrm>
        </p:spPr>
        <p:txBody>
          <a:bodyPr>
            <a:normAutofit/>
          </a:bodyPr>
          <a:lstStyle/>
          <a:p>
            <a:endParaRPr sz="2800" dirty="0"/>
          </a:p>
          <a:p>
            <a:r>
              <a:rPr sz="2800" dirty="0" err="1"/>
              <a:t>GraphQL</a:t>
            </a:r>
            <a:r>
              <a:rPr sz="2800" dirty="0"/>
              <a:t> improves the speed of interactions by denying sending multiple request.</a:t>
            </a:r>
            <a:r>
              <a:rPr sz="2800" b="0" dirty="0">
                <a:solidFill>
                  <a:srgbClr val="2D3748"/>
                </a:solidFill>
                <a:latin typeface="Calibri"/>
              </a:rPr>
              <a:t> </a:t>
            </a:r>
            <a:endParaRPr lang="en-US" sz="2800" b="0" dirty="0">
              <a:solidFill>
                <a:srgbClr val="2D3748"/>
              </a:solidFill>
              <a:latin typeface="Calibri"/>
            </a:endParaRPr>
          </a:p>
          <a:p>
            <a:endParaRPr lang="en-US" sz="2800" b="0" dirty="0">
              <a:solidFill>
                <a:srgbClr val="2D3748"/>
              </a:solidFill>
              <a:latin typeface="Calibri"/>
            </a:endParaRPr>
          </a:p>
          <a:p>
            <a:r>
              <a:rPr sz="2800" dirty="0"/>
              <a:t>It avoids costly performance issues such as over-fetching (returning data to the client that isn’t used) or under-fetching (returning too little data, forcing the client to make a second request).</a:t>
            </a:r>
            <a:endParaRPr sz="2800" b="0" dirty="0">
              <a:solidFill>
                <a:srgbClr val="2D374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AE407-0209-33FF-4712-604496CF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94A10-7FDA-D92B-F586-5F4E659D6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405" y="-138897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Queries (Requests)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07086-07D9-1F16-5879-A5A6E4F7A200}"/>
              </a:ext>
            </a:extLst>
          </p:cNvPr>
          <p:cNvSpPr txBox="1"/>
          <p:nvPr/>
        </p:nvSpPr>
        <p:spPr>
          <a:xfrm>
            <a:off x="0" y="1303338"/>
            <a:ext cx="1218882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All queries begin with a definition of the operation’s </a:t>
            </a:r>
            <a:r>
              <a:rPr lang="en-US" sz="2800" i="1" dirty="0"/>
              <a:t>root type</a:t>
            </a:r>
            <a:r>
              <a:rPr lang="en-US" sz="2800" dirty="0"/>
              <a:t> like on of these operations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Queries ⇒ for read-only operations and don’t involve data manipulation.</a:t>
            </a:r>
          </a:p>
          <a:p>
            <a:pPr lvl="1"/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i="1" dirty="0"/>
              <a:t>Mutations</a:t>
            </a:r>
            <a:r>
              <a:rPr lang="en-US" sz="2800" dirty="0"/>
              <a:t> ⇒ for data manipulation, such as data (modifications, additions, deletions, …) and also can be used to write and read data at the same time.</a:t>
            </a:r>
          </a:p>
          <a:p>
            <a:pPr lvl="1"/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Subscriptions ⇒ for real-time communications and allow data sharing when different events occur. It can be used conjunction with transport protocols like WebSocket.</a:t>
            </a:r>
          </a:p>
          <a:p>
            <a:endParaRPr sz="2800" b="0" dirty="0">
              <a:solidFill>
                <a:srgbClr val="E535AB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087014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BD7FA-B978-8CB0-F399-0B6C47D2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9860A-9645-1BB9-0584-E3DC16EF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405" y="-138897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Queries (Requests)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7CC9E-AD3A-51A5-DE93-5332B27EC606}"/>
              </a:ext>
            </a:extLst>
          </p:cNvPr>
          <p:cNvSpPr txBox="1"/>
          <p:nvPr/>
        </p:nvSpPr>
        <p:spPr>
          <a:xfrm>
            <a:off x="18043" y="856357"/>
            <a:ext cx="1217078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Before a client can perform one of these operations, the developer must have defined the operation in the schema and specified the fields that clients can use.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By querying the users field in the Query type, clients can access the User object type we defined.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square brackets [] surrounding the User object type indicate that this query will return an array of User objects.</a:t>
            </a:r>
            <a:br>
              <a:rPr lang="en-US" sz="2800" dirty="0"/>
            </a:br>
            <a:r>
              <a:rPr sz="2800" dirty="0">
                <a:solidFill>
                  <a:srgbClr val="C00000"/>
                </a:solidFill>
              </a:rPr>
              <a:t>type User {</a:t>
            </a:r>
            <a:br>
              <a:rPr sz="2800" dirty="0">
                <a:solidFill>
                  <a:srgbClr val="C00000"/>
                </a:solidFill>
              </a:rPr>
            </a:br>
            <a:r>
              <a:rPr sz="2800" dirty="0">
                <a:solidFill>
                  <a:srgbClr val="C00000"/>
                </a:solidFill>
              </a:rPr>
              <a:t>  username: String</a:t>
            </a:r>
            <a:br>
              <a:rPr sz="2800" dirty="0">
                <a:solidFill>
                  <a:srgbClr val="C00000"/>
                </a:solidFill>
              </a:rPr>
            </a:br>
            <a:r>
              <a:rPr sz="2800" dirty="0">
                <a:solidFill>
                  <a:srgbClr val="C00000"/>
                </a:solidFill>
              </a:rPr>
              <a:t>  email: String</a:t>
            </a:r>
            <a:br>
              <a:rPr sz="2800" dirty="0">
                <a:solidFill>
                  <a:srgbClr val="C00000"/>
                </a:solidFill>
              </a:rPr>
            </a:br>
            <a:r>
              <a:rPr sz="2800" dirty="0">
                <a:solidFill>
                  <a:srgbClr val="C00000"/>
                </a:solidFill>
              </a:rPr>
              <a:t>  location: Location</a:t>
            </a:r>
            <a:br>
              <a:rPr sz="2800" dirty="0">
                <a:solidFill>
                  <a:srgbClr val="C00000"/>
                </a:solidFill>
              </a:rPr>
            </a:br>
            <a:r>
              <a:rPr sz="2800" dirty="0">
                <a:solidFill>
                  <a:srgbClr val="C00000"/>
                </a:solidFill>
              </a:rPr>
              <a:t>}</a:t>
            </a:r>
            <a:endParaRPr sz="2800" b="0" dirty="0">
              <a:solidFill>
                <a:srgbClr val="C00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059403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F585B-F853-1F86-F8AD-C7A0E74FA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18C05-148B-B536-F2F9-29B8C4C0F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405" y="-138897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Queries (Requests)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8F7F8C-DD82-1B1F-3F0A-9E26AAEE9CE8}"/>
              </a:ext>
            </a:extLst>
          </p:cNvPr>
          <p:cNvSpPr txBox="1"/>
          <p:nvPr/>
        </p:nvSpPr>
        <p:spPr>
          <a:xfrm>
            <a:off x="203238" y="734823"/>
            <a:ext cx="1177724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>
                <a:solidFill>
                  <a:srgbClr val="C00000"/>
                </a:solidFill>
              </a:rPr>
              <a:t>type Location {</a:t>
            </a:r>
            <a:br>
              <a:rPr sz="2800" dirty="0">
                <a:solidFill>
                  <a:srgbClr val="C00000"/>
                </a:solidFill>
              </a:rPr>
            </a:br>
            <a:r>
              <a:rPr sz="2800" dirty="0">
                <a:solidFill>
                  <a:srgbClr val="C00000"/>
                </a:solidFill>
              </a:rPr>
              <a:t>  latitude: Int</a:t>
            </a:r>
            <a:br>
              <a:rPr sz="2800" dirty="0">
                <a:solidFill>
                  <a:srgbClr val="C00000"/>
                </a:solidFill>
              </a:rPr>
            </a:br>
            <a:r>
              <a:rPr sz="2800" dirty="0">
                <a:solidFill>
                  <a:srgbClr val="C00000"/>
                </a:solidFill>
              </a:rPr>
              <a:t>  longitude: Int</a:t>
            </a:r>
            <a:br>
              <a:rPr sz="2800" dirty="0">
                <a:solidFill>
                  <a:srgbClr val="C00000"/>
                </a:solidFill>
              </a:rPr>
            </a:br>
            <a:r>
              <a:rPr sz="2800" dirty="0">
                <a:solidFill>
                  <a:srgbClr val="C00000"/>
                </a:solidFill>
              </a:rPr>
              <a:t>}</a:t>
            </a:r>
            <a:br>
              <a:rPr sz="2800" dirty="0">
                <a:solidFill>
                  <a:srgbClr val="C00000"/>
                </a:solidFill>
              </a:rPr>
            </a:br>
            <a:br>
              <a:rPr sz="2800" dirty="0">
                <a:solidFill>
                  <a:srgbClr val="C00000"/>
                </a:solidFill>
              </a:rPr>
            </a:br>
            <a:r>
              <a:rPr sz="2800" dirty="0">
                <a:solidFill>
                  <a:srgbClr val="C00000"/>
                </a:solidFill>
              </a:rPr>
              <a:t>type Query {</a:t>
            </a:r>
            <a:br>
              <a:rPr sz="2800" dirty="0">
                <a:solidFill>
                  <a:srgbClr val="C00000"/>
                </a:solidFill>
              </a:rPr>
            </a:br>
            <a:r>
              <a:rPr sz="2800" dirty="0">
                <a:solidFill>
                  <a:srgbClr val="C00000"/>
                </a:solidFill>
              </a:rPr>
              <a:t>  users: [User]</a:t>
            </a:r>
            <a:br>
              <a:rPr sz="2800" dirty="0">
                <a:solidFill>
                  <a:srgbClr val="C00000"/>
                </a:solidFill>
              </a:rPr>
            </a:br>
            <a:r>
              <a:rPr sz="2800" dirty="0">
                <a:solidFill>
                  <a:srgbClr val="C00000"/>
                </a:solidFill>
              </a:rPr>
              <a:t>}</a:t>
            </a:r>
            <a:br>
              <a:rPr sz="2800" dirty="0">
                <a:solidFill>
                  <a:srgbClr val="C00000"/>
                </a:solidFill>
              </a:rPr>
            </a:br>
            <a:br>
              <a:rPr sz="2800" dirty="0">
                <a:solidFill>
                  <a:srgbClr val="C00000"/>
                </a:solidFill>
              </a:rPr>
            </a:br>
            <a:r>
              <a:rPr sz="2800" dirty="0">
                <a:solidFill>
                  <a:srgbClr val="C00000"/>
                </a:solidFill>
              </a:rPr>
              <a:t>schema {</a:t>
            </a:r>
            <a:br>
              <a:rPr sz="2800" dirty="0">
                <a:solidFill>
                  <a:srgbClr val="C00000"/>
                </a:solidFill>
              </a:rPr>
            </a:br>
            <a:r>
              <a:rPr sz="2800" dirty="0">
                <a:solidFill>
                  <a:srgbClr val="C00000"/>
                </a:solidFill>
              </a:rPr>
              <a:t>  query: Query</a:t>
            </a:r>
            <a:br>
              <a:rPr sz="2800" dirty="0">
                <a:solidFill>
                  <a:srgbClr val="C00000"/>
                </a:solidFill>
              </a:rPr>
            </a:br>
            <a:r>
              <a:rPr sz="2800" dirty="0">
                <a:solidFill>
                  <a:srgbClr val="C00000"/>
                </a:solidFill>
              </a:rPr>
              <a:t>}</a:t>
            </a:r>
            <a:endParaRPr sz="2800" b="0" dirty="0">
              <a:solidFill>
                <a:srgbClr val="C00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852232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26864" y="0"/>
            <a:ext cx="442236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7030A0"/>
                </a:solidFill>
              </a:rPr>
              <a:t>The REST Example</a:t>
            </a:r>
            <a:endParaRPr sz="4400" b="1" dirty="0">
              <a:solidFill>
                <a:srgbClr val="7030A0"/>
              </a:solidFill>
              <a:latin typeface="Calibr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136599"/>
              </p:ext>
            </p:extLst>
          </p:nvPr>
        </p:nvGraphicFramePr>
        <p:xfrm>
          <a:off x="481552" y="728103"/>
          <a:ext cx="1122571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0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3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268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r>
                        <a:rPr dirty="0"/>
                        <a:t>HTTP method</a:t>
                      </a:r>
                      <a:endParaRPr sz="1800" b="1" dirty="0">
                        <a:solidFill>
                          <a:srgbClr val="2D3748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API endpoint</a:t>
                      </a:r>
                      <a:endParaRPr sz="1800" b="1" dirty="0">
                        <a:solidFill>
                          <a:srgbClr val="2D3748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Endpoint description</a:t>
                      </a:r>
                      <a:endParaRPr sz="1800" b="1" dirty="0">
                        <a:solidFill>
                          <a:srgbClr val="2D3748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Data returned</a:t>
                      </a:r>
                      <a:endParaRPr sz="1800" b="1" dirty="0">
                        <a:solidFill>
                          <a:srgbClr val="2D3748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rPr dirty="0"/>
                        <a:t>GET</a:t>
                      </a:r>
                      <a:endParaRPr sz="1600" b="0" dirty="0">
                        <a:solidFill>
                          <a:srgbClr val="2D3748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/</a:t>
                      </a:r>
                      <a:r>
                        <a:rPr dirty="0" err="1"/>
                        <a:t>api</a:t>
                      </a:r>
                      <a:r>
                        <a:rPr dirty="0"/>
                        <a:t>/v1/users</a:t>
                      </a:r>
                      <a:endParaRPr sz="1600" b="0" dirty="0">
                        <a:solidFill>
                          <a:srgbClr val="2D3748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Returns a list of all available users and their information</a:t>
                      </a:r>
                      <a:r>
                        <a:rPr lang="en-US" sz="1600" b="0" dirty="0">
                          <a:solidFill>
                            <a:srgbClr val="2D3748"/>
                          </a:solidFill>
                          <a:latin typeface="Calibri"/>
                        </a:rPr>
                        <a:t>.</a:t>
                      </a:r>
                      <a:endParaRPr sz="1600" b="0" dirty="0">
                        <a:solidFill>
                          <a:srgbClr val="2D3748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email, name, id, state, username</a:t>
                      </a:r>
                      <a:endParaRPr sz="1600" b="0" dirty="0">
                        <a:solidFill>
                          <a:srgbClr val="2D3748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rPr dirty="0"/>
                        <a:t>GET</a:t>
                      </a:r>
                      <a:endParaRPr sz="1600" b="0" dirty="0">
                        <a:solidFill>
                          <a:srgbClr val="2D3748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/</a:t>
                      </a:r>
                      <a:r>
                        <a:rPr dirty="0" err="1"/>
                        <a:t>api</a:t>
                      </a:r>
                      <a:r>
                        <a:rPr dirty="0"/>
                        <a:t>/v1/history/&lt;</a:t>
                      </a:r>
                      <a:r>
                        <a:rPr dirty="0" err="1"/>
                        <a:t>user_id</a:t>
                      </a:r>
                      <a:r>
                        <a:rPr dirty="0"/>
                        <a:t>&gt;</a:t>
                      </a:r>
                      <a:endParaRPr sz="1600" b="0" dirty="0">
                        <a:solidFill>
                          <a:srgbClr val="2D3748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Returns a list of the login times</a:t>
                      </a:r>
                      <a:r>
                        <a:rPr lang="en-US" sz="1600" b="0" dirty="0">
                          <a:solidFill>
                            <a:srgbClr val="2D3748"/>
                          </a:solidFill>
                          <a:latin typeface="Calibri"/>
                        </a:rPr>
                        <a:t>.</a:t>
                      </a:r>
                      <a:endParaRPr sz="1600" b="0" dirty="0">
                        <a:solidFill>
                          <a:srgbClr val="2D3748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timestamps</a:t>
                      </a:r>
                      <a:endParaRPr sz="1600" b="0" dirty="0">
                        <a:solidFill>
                          <a:srgbClr val="2D3748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DC4CD84-D6DB-0EEA-FDE3-E4D05AF09562}"/>
              </a:ext>
            </a:extLst>
          </p:cNvPr>
          <p:cNvSpPr txBox="1"/>
          <p:nvPr/>
        </p:nvSpPr>
        <p:spPr>
          <a:xfrm>
            <a:off x="0" y="4385703"/>
            <a:ext cx="1156310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When admin want to list users, he uses this command :  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curl http://exmple.com/rest/v1/users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When admin wants to list login history of the users, he must run the first request to fetch ID of each user then use this command :  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curl http://lab.blackhatgraphql.com/rest/v1/history/1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AA5E0-3519-243D-9B44-E7331663C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0D93A5-B15E-5703-C90C-A9A32501055A}"/>
              </a:ext>
            </a:extLst>
          </p:cNvPr>
          <p:cNvSpPr txBox="1"/>
          <p:nvPr/>
        </p:nvSpPr>
        <p:spPr>
          <a:xfrm>
            <a:off x="2626864" y="0"/>
            <a:ext cx="535236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7030A0"/>
                </a:solidFill>
              </a:rPr>
              <a:t>The </a:t>
            </a:r>
            <a:r>
              <a:rPr lang="en-US" sz="4400" b="1" dirty="0" err="1">
                <a:solidFill>
                  <a:srgbClr val="7030A0"/>
                </a:solidFill>
              </a:rPr>
              <a:t>GraphQL</a:t>
            </a:r>
            <a:r>
              <a:rPr lang="en-US" sz="4400" b="1" dirty="0">
                <a:solidFill>
                  <a:srgbClr val="7030A0"/>
                </a:solidFill>
              </a:rPr>
              <a:t> Example</a:t>
            </a:r>
            <a:endParaRPr sz="4400" b="1" dirty="0">
              <a:solidFill>
                <a:srgbClr val="7030A0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106E9F-DCB2-6EE0-84D0-FF179F0D368B}"/>
              </a:ext>
            </a:extLst>
          </p:cNvPr>
          <p:cNvSpPr txBox="1"/>
          <p:nvPr/>
        </p:nvSpPr>
        <p:spPr>
          <a:xfrm>
            <a:off x="254643" y="814467"/>
            <a:ext cx="1041721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If we’ve established a schema defining a data-graph edge between the users and history nodes, admin can get all data with the same request with this query :</a:t>
            </a:r>
          </a:p>
          <a:p>
            <a:r>
              <a:rPr lang="en-US" sz="2800" dirty="0">
                <a:solidFill>
                  <a:srgbClr val="C00000"/>
                </a:solidFill>
              </a:rPr>
              <a:t>query {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users {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	id	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	email		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	</a:t>
            </a:r>
            <a:r>
              <a:rPr lang="en-US" sz="2800" dirty="0" err="1">
                <a:solidFill>
                  <a:srgbClr val="C00000"/>
                </a:solidFill>
              </a:rPr>
              <a:t>first_name</a:t>
            </a:r>
            <a:r>
              <a:rPr lang="en-US" sz="2800" dirty="0">
                <a:solidFill>
                  <a:srgbClr val="C00000"/>
                </a:solidFill>
              </a:rPr>
              <a:t>	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	</a:t>
            </a:r>
            <a:r>
              <a:rPr lang="en-US" sz="2800" dirty="0" err="1">
                <a:solidFill>
                  <a:srgbClr val="C00000"/>
                </a:solidFill>
              </a:rPr>
              <a:t>last_name</a:t>
            </a:r>
            <a:r>
              <a:rPr lang="en-US" sz="2800" dirty="0">
                <a:solidFill>
                  <a:srgbClr val="C00000"/>
                </a:solidFill>
              </a:rPr>
              <a:t>	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	state	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	history {		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	</a:t>
            </a:r>
            <a:r>
              <a:rPr lang="en-US" sz="2800" dirty="0" err="1">
                <a:solidFill>
                  <a:srgbClr val="C00000"/>
                </a:solidFill>
              </a:rPr>
              <a:t>last_login_timestamp</a:t>
            </a:r>
            <a:r>
              <a:rPr lang="en-US" sz="2800" dirty="0">
                <a:solidFill>
                  <a:srgbClr val="C00000"/>
                </a:solidFill>
              </a:rPr>
              <a:t>	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	}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724436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840" y="0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Other Differences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990600"/>
            <a:ext cx="12188825" cy="5755640"/>
          </a:xfrm>
        </p:spPr>
        <p:txBody>
          <a:bodyPr>
            <a:noAutofit/>
          </a:bodyPr>
          <a:lstStyle/>
          <a:p>
            <a:r>
              <a:rPr lang="en-US" sz="2800" b="1" dirty="0"/>
              <a:t>HTTP Request Methods :-</a:t>
            </a:r>
          </a:p>
          <a:p>
            <a:pPr lvl="1"/>
            <a:r>
              <a:rPr lang="en-US" dirty="0"/>
              <a:t>REST APIs use different HTTP methods depending on client’s interaction.</a:t>
            </a:r>
          </a:p>
          <a:p>
            <a:pPr lvl="1"/>
            <a:r>
              <a:rPr lang="en-US" dirty="0" err="1"/>
              <a:t>GraphQL</a:t>
            </a:r>
            <a:r>
              <a:rPr lang="en-US" dirty="0"/>
              <a:t> can accept queries over the GET method, but mostly uses POST method. </a:t>
            </a:r>
          </a:p>
          <a:p>
            <a:r>
              <a:rPr lang="en-US" sz="2800" b="1" dirty="0"/>
              <a:t>API Endpoint Paths :-</a:t>
            </a:r>
          </a:p>
          <a:p>
            <a:pPr lvl="1"/>
            <a:r>
              <a:rPr lang="en-US" dirty="0"/>
              <a:t>REST exposes each resource at a separate endpoint. </a:t>
            </a:r>
          </a:p>
          <a:p>
            <a:pPr lvl="1"/>
            <a:r>
              <a:rPr lang="en-US" dirty="0" err="1"/>
              <a:t>GraphQL</a:t>
            </a:r>
            <a:r>
              <a:rPr lang="en-US" dirty="0"/>
              <a:t> uses only an endpoint.</a:t>
            </a:r>
          </a:p>
          <a:p>
            <a:r>
              <a:rPr lang="en-US" sz="2800" b="1" dirty="0"/>
              <a:t>HTTP Status Codes :-</a:t>
            </a:r>
          </a:p>
          <a:p>
            <a:pPr lvl="1"/>
            <a:r>
              <a:rPr lang="en-US" dirty="0"/>
              <a:t>REST returns different status codes like 200 </a:t>
            </a:r>
            <a:r>
              <a:rPr lang="en-US" i="1" dirty="0"/>
              <a:t>OK</a:t>
            </a:r>
            <a:r>
              <a:rPr lang="en-US" dirty="0"/>
              <a:t>, 404 </a:t>
            </a:r>
            <a:r>
              <a:rPr lang="en-US" i="1" dirty="0"/>
              <a:t>Not Found</a:t>
            </a:r>
            <a:r>
              <a:rPr lang="en-US" dirty="0"/>
              <a:t>, and 401 </a:t>
            </a:r>
            <a:r>
              <a:rPr lang="en-US" i="1" dirty="0"/>
              <a:t>Unauthorized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GraphQL</a:t>
            </a:r>
            <a:r>
              <a:rPr lang="en-US" dirty="0"/>
              <a:t> returns mostly 200 </a:t>
            </a:r>
            <a:r>
              <a:rPr lang="en-US" i="1" dirty="0"/>
              <a:t>OK</a:t>
            </a:r>
            <a:r>
              <a:rPr lang="en-US" dirty="0"/>
              <a:t> status code.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822FB-E1D6-51D9-B0E3-56A6EAF99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FB3DFD-49A1-F3CF-D028-1FECB8121B2A}"/>
              </a:ext>
            </a:extLst>
          </p:cNvPr>
          <p:cNvSpPr txBox="1"/>
          <p:nvPr/>
        </p:nvSpPr>
        <p:spPr>
          <a:xfrm>
            <a:off x="2071992" y="-15069"/>
            <a:ext cx="798212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rgbClr val="6D3B9D"/>
                </a:solidFill>
                <a:latin typeface="Calibri"/>
              </a:rPr>
              <a:t>How Do Communications Work</a:t>
            </a:r>
            <a:r>
              <a:rPr lang="en-US" sz="4400" b="1" dirty="0">
                <a:solidFill>
                  <a:srgbClr val="6D3B9D"/>
                </a:solidFill>
                <a:latin typeface="Calibri"/>
              </a:rPr>
              <a:t>s</a:t>
            </a:r>
            <a:r>
              <a:rPr sz="4400" b="1" dirty="0">
                <a:solidFill>
                  <a:srgbClr val="6D3B9D"/>
                </a:solidFill>
                <a:latin typeface="Calibri"/>
              </a:rPr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AD0125-7D8D-6019-89E1-4C54B1211DD9}"/>
              </a:ext>
            </a:extLst>
          </p:cNvPr>
          <p:cNvSpPr/>
          <p:nvPr/>
        </p:nvSpPr>
        <p:spPr>
          <a:xfrm>
            <a:off x="700392" y="1284051"/>
            <a:ext cx="1371600" cy="914400"/>
          </a:xfrm>
          <a:prstGeom prst="rect">
            <a:avLst/>
          </a:prstGeom>
          <a:solidFill>
            <a:srgbClr val="F1F1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chemeClr val="tx1"/>
                </a:solidFill>
              </a:rPr>
              <a:t>Client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C887EA-1314-43A2-3565-A3CB0FF9AC60}"/>
              </a:ext>
            </a:extLst>
          </p:cNvPr>
          <p:cNvSpPr/>
          <p:nvPr/>
        </p:nvSpPr>
        <p:spPr>
          <a:xfrm>
            <a:off x="2529192" y="1284051"/>
            <a:ext cx="1371600" cy="914400"/>
          </a:xfrm>
          <a:prstGeom prst="rect">
            <a:avLst/>
          </a:prstGeom>
          <a:solidFill>
            <a:srgbClr val="F1F1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err="1">
                <a:solidFill>
                  <a:schemeClr val="tx1"/>
                </a:solidFill>
              </a:rPr>
              <a:t>GraphQL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Query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272F0C-63CA-5540-8A2E-1F4A042F8544}"/>
              </a:ext>
            </a:extLst>
          </p:cNvPr>
          <p:cNvSpPr/>
          <p:nvPr/>
        </p:nvSpPr>
        <p:spPr>
          <a:xfrm>
            <a:off x="4357992" y="1284051"/>
            <a:ext cx="1371600" cy="914400"/>
          </a:xfrm>
          <a:prstGeom prst="rect">
            <a:avLst/>
          </a:prstGeom>
          <a:solidFill>
            <a:srgbClr val="F1F1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chemeClr val="tx1"/>
                </a:solidFill>
              </a:rPr>
              <a:t>Query parser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DABF80-EE2C-CD0B-30A8-BCC18607E793}"/>
              </a:ext>
            </a:extLst>
          </p:cNvPr>
          <p:cNvSpPr/>
          <p:nvPr/>
        </p:nvSpPr>
        <p:spPr>
          <a:xfrm>
            <a:off x="6186792" y="1284051"/>
            <a:ext cx="1371600" cy="914400"/>
          </a:xfrm>
          <a:prstGeom prst="rect">
            <a:avLst/>
          </a:prstGeom>
          <a:solidFill>
            <a:srgbClr val="F1F1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chemeClr val="tx1"/>
                </a:solidFill>
              </a:rPr>
              <a:t>Schema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F7EAF2-3432-C3D2-8F28-E23FF7A193F2}"/>
              </a:ext>
            </a:extLst>
          </p:cNvPr>
          <p:cNvSpPr/>
          <p:nvPr/>
        </p:nvSpPr>
        <p:spPr>
          <a:xfrm>
            <a:off x="8015592" y="1284051"/>
            <a:ext cx="1371600" cy="914400"/>
          </a:xfrm>
          <a:prstGeom prst="rect">
            <a:avLst/>
          </a:prstGeom>
          <a:solidFill>
            <a:srgbClr val="F1F1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chemeClr val="tx1"/>
                </a:solidFill>
              </a:rPr>
              <a:t>Resolver</a:t>
            </a:r>
          </a:p>
          <a:p>
            <a:r>
              <a:rPr>
                <a:solidFill>
                  <a:schemeClr val="tx1"/>
                </a:solidFill>
              </a:rPr>
              <a:t>functions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D71E1B-C189-268A-945D-ADEACA4FBBF5}"/>
              </a:ext>
            </a:extLst>
          </p:cNvPr>
          <p:cNvSpPr/>
          <p:nvPr/>
        </p:nvSpPr>
        <p:spPr>
          <a:xfrm>
            <a:off x="10301592" y="1284051"/>
            <a:ext cx="1371600" cy="914400"/>
          </a:xfrm>
          <a:prstGeom prst="roundRect">
            <a:avLst/>
          </a:prstGeom>
          <a:solidFill>
            <a:srgbClr val="F1F1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chemeClr val="tx1"/>
                </a:solidFill>
              </a:rPr>
              <a:t>External</a:t>
            </a:r>
          </a:p>
          <a:p>
            <a:r>
              <a:rPr>
                <a:solidFill>
                  <a:schemeClr val="tx1"/>
                </a:solidFill>
              </a:rPr>
              <a:t>database</a:t>
            </a: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538C2F6F-A645-432E-9B40-8974A220DAF5}"/>
              </a:ext>
            </a:extLst>
          </p:cNvPr>
          <p:cNvCxnSpPr/>
          <p:nvPr/>
        </p:nvCxnSpPr>
        <p:spPr>
          <a:xfrm>
            <a:off x="2071992" y="1741251"/>
            <a:ext cx="457200" cy="0"/>
          </a:xfrm>
          <a:prstGeom prst="line">
            <a:avLst/>
          </a:prstGeom>
          <a:ln w="2540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3737FDA3-0EA1-2AA1-D8A0-FBF2C03B1B65}"/>
              </a:ext>
            </a:extLst>
          </p:cNvPr>
          <p:cNvCxnSpPr/>
          <p:nvPr/>
        </p:nvCxnSpPr>
        <p:spPr>
          <a:xfrm>
            <a:off x="3900792" y="1741251"/>
            <a:ext cx="457200" cy="0"/>
          </a:xfrm>
          <a:prstGeom prst="line">
            <a:avLst/>
          </a:prstGeom>
          <a:ln w="2540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641691E6-C126-F158-2675-D6C4A7ECC39C}"/>
              </a:ext>
            </a:extLst>
          </p:cNvPr>
          <p:cNvCxnSpPr/>
          <p:nvPr/>
        </p:nvCxnSpPr>
        <p:spPr>
          <a:xfrm>
            <a:off x="5729592" y="1741251"/>
            <a:ext cx="457200" cy="0"/>
          </a:xfrm>
          <a:prstGeom prst="line">
            <a:avLst/>
          </a:prstGeom>
          <a:ln w="2540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30C4B1E4-0AEE-03BA-3BC7-EF3F64878991}"/>
              </a:ext>
            </a:extLst>
          </p:cNvPr>
          <p:cNvCxnSpPr/>
          <p:nvPr/>
        </p:nvCxnSpPr>
        <p:spPr>
          <a:xfrm>
            <a:off x="7558392" y="1741251"/>
            <a:ext cx="457200" cy="0"/>
          </a:xfrm>
          <a:prstGeom prst="line">
            <a:avLst/>
          </a:prstGeom>
          <a:ln w="2540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7BB3CCA6-CD7D-AE59-29CE-2B6464D14D87}"/>
              </a:ext>
            </a:extLst>
          </p:cNvPr>
          <p:cNvCxnSpPr/>
          <p:nvPr/>
        </p:nvCxnSpPr>
        <p:spPr>
          <a:xfrm>
            <a:off x="9387192" y="1741251"/>
            <a:ext cx="914400" cy="0"/>
          </a:xfrm>
          <a:prstGeom prst="line">
            <a:avLst/>
          </a:prstGeom>
          <a:ln w="2540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F8AF043-F068-8DE5-9E10-F44383043365}"/>
              </a:ext>
            </a:extLst>
          </p:cNvPr>
          <p:cNvSpPr txBox="1"/>
          <p:nvPr/>
        </p:nvSpPr>
        <p:spPr>
          <a:xfrm>
            <a:off x="-25746" y="2655651"/>
            <a:ext cx="122403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1. Client sends HTTP POST request containing </a:t>
            </a:r>
            <a:r>
              <a:rPr lang="en-US" sz="2800" dirty="0" err="1"/>
              <a:t>GraphQL</a:t>
            </a:r>
            <a:r>
              <a:rPr lang="en-US" sz="2800" dirty="0"/>
              <a:t> query.</a:t>
            </a:r>
          </a:p>
          <a:p>
            <a:endParaRPr lang="en-US" sz="2800" dirty="0"/>
          </a:p>
          <a:p>
            <a:r>
              <a:rPr lang="en-US" sz="2800" dirty="0"/>
              <a:t>2. Query parsers read (extract needed information to execute query) and validate that query is properly formatted and the server can support it (against schema).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b="1" dirty="0"/>
              <a:t>query parser</a:t>
            </a:r>
            <a:r>
              <a:rPr lang="en-US" sz="2800" dirty="0"/>
              <a:t> is responsible for turning the query string into an abstract syntax tree (AST) and validating it against the schema to ensure that only valid queries are accepted.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An AST is a hierarchical object represents the query including fields, arguments, and information</a:t>
            </a:r>
          </a:p>
        </p:txBody>
      </p:sp>
    </p:spTree>
    <p:extLst>
      <p:ext uri="{BB962C8B-B14F-4D97-AF65-F5344CB8AC3E}">
        <p14:creationId xmlns:p14="http://schemas.microsoft.com/office/powerpoint/2010/main" val="4121907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E0F4E-3EE5-7E9F-1828-5A37F2205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96A317-281A-374A-B051-E0FCDD7E70E8}"/>
              </a:ext>
            </a:extLst>
          </p:cNvPr>
          <p:cNvSpPr txBox="1"/>
          <p:nvPr/>
        </p:nvSpPr>
        <p:spPr>
          <a:xfrm>
            <a:off x="2213220" y="-15069"/>
            <a:ext cx="798212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6D3B9D"/>
                </a:solidFill>
                <a:latin typeface="Calibri"/>
              </a:rPr>
              <a:t>How Do Communications Works?</a:t>
            </a:r>
            <a:endParaRPr sz="4400" b="1" dirty="0">
              <a:solidFill>
                <a:srgbClr val="6D3B9D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2A6D69-499A-7E24-B4C4-A94C64C2EF19}"/>
              </a:ext>
            </a:extLst>
          </p:cNvPr>
          <p:cNvSpPr/>
          <p:nvPr/>
        </p:nvSpPr>
        <p:spPr>
          <a:xfrm>
            <a:off x="700392" y="1284051"/>
            <a:ext cx="1371600" cy="914400"/>
          </a:xfrm>
          <a:prstGeom prst="rect">
            <a:avLst/>
          </a:prstGeom>
          <a:solidFill>
            <a:srgbClr val="F1F1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chemeClr val="tx1"/>
                </a:solidFill>
              </a:rPr>
              <a:t>Client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09F315-315F-4EB0-916F-D29BA8D64C52}"/>
              </a:ext>
            </a:extLst>
          </p:cNvPr>
          <p:cNvSpPr/>
          <p:nvPr/>
        </p:nvSpPr>
        <p:spPr>
          <a:xfrm>
            <a:off x="2529192" y="1284051"/>
            <a:ext cx="1371600" cy="914400"/>
          </a:xfrm>
          <a:prstGeom prst="rect">
            <a:avLst/>
          </a:prstGeom>
          <a:solidFill>
            <a:srgbClr val="F1F1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err="1">
                <a:solidFill>
                  <a:schemeClr val="tx1"/>
                </a:solidFill>
              </a:rPr>
              <a:t>GraphQL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Query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748C15-5CD7-0CE8-B756-13EED58E99C8}"/>
              </a:ext>
            </a:extLst>
          </p:cNvPr>
          <p:cNvSpPr/>
          <p:nvPr/>
        </p:nvSpPr>
        <p:spPr>
          <a:xfrm>
            <a:off x="4357992" y="1284051"/>
            <a:ext cx="1371600" cy="914400"/>
          </a:xfrm>
          <a:prstGeom prst="rect">
            <a:avLst/>
          </a:prstGeom>
          <a:solidFill>
            <a:srgbClr val="F1F1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chemeClr val="tx1"/>
                </a:solidFill>
              </a:rPr>
              <a:t>Query parser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953BD5-6398-5DFE-79A9-E930E6D00B35}"/>
              </a:ext>
            </a:extLst>
          </p:cNvPr>
          <p:cNvSpPr/>
          <p:nvPr/>
        </p:nvSpPr>
        <p:spPr>
          <a:xfrm>
            <a:off x="6186792" y="1284051"/>
            <a:ext cx="1371600" cy="914400"/>
          </a:xfrm>
          <a:prstGeom prst="rect">
            <a:avLst/>
          </a:prstGeom>
          <a:solidFill>
            <a:srgbClr val="F1F1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chemeClr val="tx1"/>
                </a:solidFill>
              </a:rPr>
              <a:t>Schema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3B7C9-44AB-9C9B-AD7D-3A0CBAC00697}"/>
              </a:ext>
            </a:extLst>
          </p:cNvPr>
          <p:cNvSpPr/>
          <p:nvPr/>
        </p:nvSpPr>
        <p:spPr>
          <a:xfrm>
            <a:off x="8015592" y="1284051"/>
            <a:ext cx="1371600" cy="914400"/>
          </a:xfrm>
          <a:prstGeom prst="rect">
            <a:avLst/>
          </a:prstGeom>
          <a:solidFill>
            <a:srgbClr val="F1F1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chemeClr val="tx1"/>
                </a:solidFill>
              </a:rPr>
              <a:t>Resolver</a:t>
            </a:r>
          </a:p>
          <a:p>
            <a:r>
              <a:rPr>
                <a:solidFill>
                  <a:schemeClr val="tx1"/>
                </a:solidFill>
              </a:rPr>
              <a:t>functions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4581ADF-0BE5-AB82-12CB-3D728FD11A86}"/>
              </a:ext>
            </a:extLst>
          </p:cNvPr>
          <p:cNvSpPr/>
          <p:nvPr/>
        </p:nvSpPr>
        <p:spPr>
          <a:xfrm>
            <a:off x="10301592" y="1284051"/>
            <a:ext cx="1371600" cy="914400"/>
          </a:xfrm>
          <a:prstGeom prst="roundRect">
            <a:avLst/>
          </a:prstGeom>
          <a:solidFill>
            <a:srgbClr val="F1F1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chemeClr val="tx1"/>
                </a:solidFill>
              </a:rPr>
              <a:t>External</a:t>
            </a:r>
          </a:p>
          <a:p>
            <a:r>
              <a:rPr>
                <a:solidFill>
                  <a:schemeClr val="tx1"/>
                </a:solidFill>
              </a:rPr>
              <a:t>database</a:t>
            </a: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F2BA29A2-8612-2100-7BC5-C58727E26B2C}"/>
              </a:ext>
            </a:extLst>
          </p:cNvPr>
          <p:cNvCxnSpPr/>
          <p:nvPr/>
        </p:nvCxnSpPr>
        <p:spPr>
          <a:xfrm>
            <a:off x="2071992" y="1741251"/>
            <a:ext cx="457200" cy="0"/>
          </a:xfrm>
          <a:prstGeom prst="line">
            <a:avLst/>
          </a:prstGeom>
          <a:ln w="2540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6401717D-06B0-F470-DBB7-C9518FA548DB}"/>
              </a:ext>
            </a:extLst>
          </p:cNvPr>
          <p:cNvCxnSpPr/>
          <p:nvPr/>
        </p:nvCxnSpPr>
        <p:spPr>
          <a:xfrm>
            <a:off x="3900792" y="1741251"/>
            <a:ext cx="457200" cy="0"/>
          </a:xfrm>
          <a:prstGeom prst="line">
            <a:avLst/>
          </a:prstGeom>
          <a:ln w="2540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C653B6EC-648D-AAAE-1505-5D23FBD95D04}"/>
              </a:ext>
            </a:extLst>
          </p:cNvPr>
          <p:cNvCxnSpPr/>
          <p:nvPr/>
        </p:nvCxnSpPr>
        <p:spPr>
          <a:xfrm>
            <a:off x="5729592" y="1741251"/>
            <a:ext cx="457200" cy="0"/>
          </a:xfrm>
          <a:prstGeom prst="line">
            <a:avLst/>
          </a:prstGeom>
          <a:ln w="2540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B9BFE659-9705-FC90-CBEC-45542A7F1E20}"/>
              </a:ext>
            </a:extLst>
          </p:cNvPr>
          <p:cNvCxnSpPr/>
          <p:nvPr/>
        </p:nvCxnSpPr>
        <p:spPr>
          <a:xfrm>
            <a:off x="7558392" y="1741251"/>
            <a:ext cx="457200" cy="0"/>
          </a:xfrm>
          <a:prstGeom prst="line">
            <a:avLst/>
          </a:prstGeom>
          <a:ln w="2540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77A5D2CB-7727-783A-42DC-6E4A846EA737}"/>
              </a:ext>
            </a:extLst>
          </p:cNvPr>
          <p:cNvCxnSpPr/>
          <p:nvPr/>
        </p:nvCxnSpPr>
        <p:spPr>
          <a:xfrm>
            <a:off x="9387192" y="1741251"/>
            <a:ext cx="914400" cy="0"/>
          </a:xfrm>
          <a:prstGeom prst="line">
            <a:avLst/>
          </a:prstGeom>
          <a:ln w="25400">
            <a:solidFill>
              <a:srgbClr val="2D37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A73BC8E-FF9A-97BA-46EC-90C917A4E324}"/>
              </a:ext>
            </a:extLst>
          </p:cNvPr>
          <p:cNvSpPr txBox="1"/>
          <p:nvPr/>
        </p:nvSpPr>
        <p:spPr>
          <a:xfrm>
            <a:off x="-25746" y="2655651"/>
            <a:ext cx="1224031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3. If query is valid, it will be handled by </a:t>
            </a:r>
            <a:r>
              <a:rPr lang="en-US" sz="2800" i="1" dirty="0"/>
              <a:t>resolver functions </a:t>
            </a:r>
            <a:r>
              <a:rPr lang="en-US" sz="2800" dirty="0"/>
              <a:t>(</a:t>
            </a:r>
            <a:r>
              <a:rPr lang="en-US" sz="2800" i="1" dirty="0"/>
              <a:t>resolvers</a:t>
            </a:r>
            <a:r>
              <a:rPr lang="en-US" sz="2800" dirty="0"/>
              <a:t>)</a:t>
            </a:r>
            <a:r>
              <a:rPr lang="en-US" sz="2800" i="1" dirty="0"/>
              <a:t>.</a:t>
            </a:r>
            <a:r>
              <a:rPr lang="en-US" sz="2800" dirty="0"/>
              <a:t>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Resolver functions are responsible for generating the response to the client’s query.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The server uses </a:t>
            </a:r>
            <a:r>
              <a:rPr lang="en-US" sz="2800" b="1" i="1" dirty="0"/>
              <a:t>resolver functions</a:t>
            </a:r>
            <a:r>
              <a:rPr lang="en-US" sz="2800" dirty="0"/>
              <a:t> for populating the response with data for each field specified in the client query.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Every field has a corresponding resolver function responsible for returning the field’s response.</a:t>
            </a:r>
          </a:p>
        </p:txBody>
      </p:sp>
    </p:spTree>
    <p:extLst>
      <p:ext uri="{BB962C8B-B14F-4D97-AF65-F5344CB8AC3E}">
        <p14:creationId xmlns:p14="http://schemas.microsoft.com/office/powerpoint/2010/main" val="2487945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D59F7-DE8B-B18E-69D7-A85332340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180E-2B26-1672-8B88-DF93C7324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808" y="-144944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The Schema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1CCFC7-4D9E-F752-DBED-43AB64AE9722}"/>
              </a:ext>
            </a:extLst>
          </p:cNvPr>
          <p:cNvSpPr txBox="1"/>
          <p:nvPr/>
        </p:nvSpPr>
        <p:spPr>
          <a:xfrm>
            <a:off x="0" y="1151228"/>
            <a:ext cx="1188726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• It represents the type of data a client can query for and is defined using schema definition language (SDL).</a:t>
            </a:r>
          </a:p>
          <a:p>
            <a:br>
              <a:rPr lang="en-US" sz="2800" dirty="0"/>
            </a:br>
            <a:r>
              <a:rPr lang="en-US" sz="2800" dirty="0"/>
              <a:t>• Object is the basic component in </a:t>
            </a:r>
            <a:r>
              <a:rPr lang="en-US" sz="2800" dirty="0" err="1"/>
              <a:t>GraphQL</a:t>
            </a:r>
            <a:r>
              <a:rPr lang="en-US" sz="2800" dirty="0"/>
              <a:t> schema and represents a piece of                                                                          data you can fetch.</a:t>
            </a:r>
          </a:p>
          <a:p>
            <a:br>
              <a:rPr lang="en-US" sz="2800" dirty="0"/>
            </a:br>
            <a:r>
              <a:rPr lang="en-US" sz="2800" dirty="0"/>
              <a:t>• Object types have fields which are attributes that have values.</a:t>
            </a:r>
          </a:p>
          <a:p>
            <a:endParaRPr lang="en-US" sz="2800" dirty="0"/>
          </a:p>
          <a:p>
            <a:r>
              <a:rPr lang="en-US" sz="2800" dirty="0"/>
              <a:t>• </a:t>
            </a:r>
            <a:r>
              <a:rPr lang="en-US" sz="2800" dirty="0" err="1"/>
              <a:t>GraphQL</a:t>
            </a:r>
            <a:r>
              <a:rPr lang="en-US" sz="2800" dirty="0"/>
              <a:t> allows us to form links between objects in various ways.</a:t>
            </a:r>
            <a:endParaRPr lang="en-US" sz="2800" dirty="0">
              <a:solidFill>
                <a:srgbClr val="E535AB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599949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FBBA1-855E-C3A4-D8BE-52A15204E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82CAE-630A-95EE-6BCD-DC0448737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808" y="-144944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The Schema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3C9E5A-AC3B-1EA7-B715-981C7165FBE2}"/>
              </a:ext>
            </a:extLst>
          </p:cNvPr>
          <p:cNvSpPr txBox="1"/>
          <p:nvPr/>
        </p:nvSpPr>
        <p:spPr>
          <a:xfrm>
            <a:off x="150778" y="816106"/>
            <a:ext cx="1188726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We have object (User, Location) while User have 2 fields (username, email) are string type:</a:t>
            </a:r>
            <a:br>
              <a:rPr lang="en-US" sz="2800" dirty="0"/>
            </a:br>
            <a:r>
              <a:rPr lang="en-US" sz="2800" dirty="0">
                <a:solidFill>
                  <a:srgbClr val="E535AB"/>
                </a:solidFill>
                <a:latin typeface="Consolas"/>
              </a:rPr>
              <a:t>
</a:t>
            </a:r>
            <a:r>
              <a:rPr lang="en-US" sz="2800" dirty="0">
                <a:solidFill>
                  <a:srgbClr val="C00000"/>
                </a:solidFill>
                <a:latin typeface="Consolas"/>
              </a:rPr>
              <a:t>type User {
  username: String
  email: String
}
type Location {
  latitude: Int
  longitude: Int
}</a:t>
            </a:r>
            <a:endParaRPr sz="2800" b="0" dirty="0">
              <a:solidFill>
                <a:srgbClr val="C0000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046122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612" y="-65976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Visualizing links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0F4CA-88A2-151B-6BF4-139890A69082}"/>
              </a:ext>
            </a:extLst>
          </p:cNvPr>
          <p:cNvSpPr txBox="1"/>
          <p:nvPr/>
        </p:nvSpPr>
        <p:spPr>
          <a:xfrm>
            <a:off x="186561" y="891829"/>
            <a:ext cx="1203767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Edges are a way to create a link between multiple nodes.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Let’s say we a piece of data that is related to the user its physical location, so the schema will be:</a:t>
            </a:r>
          </a:p>
          <a:p>
            <a:r>
              <a:rPr lang="en-US" sz="2800" dirty="0">
                <a:solidFill>
                  <a:srgbClr val="C00000"/>
                </a:solidFill>
              </a:rPr>
              <a:t>type User {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username: String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email: String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location: Location</a:t>
            </a:r>
          </a:p>
          <a:p>
            <a:r>
              <a:rPr lang="en-US" sz="2800" dirty="0">
                <a:solidFill>
                  <a:srgbClr val="C00000"/>
                </a:solidFill>
              </a:rPr>
              <a:t>}</a:t>
            </a:r>
          </a:p>
          <a:p>
            <a:r>
              <a:rPr lang="en-US" sz="2800" dirty="0">
                <a:solidFill>
                  <a:srgbClr val="C00000"/>
                </a:solidFill>
              </a:rPr>
              <a:t>type Location {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latitude: Int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longitude: Int</a:t>
            </a:r>
          </a:p>
          <a:p>
            <a:r>
              <a:rPr lang="en-US" sz="2800" dirty="0">
                <a:solidFill>
                  <a:srgbClr val="C00000"/>
                </a:solidFill>
              </a:rPr>
              <a:t>}</a:t>
            </a:r>
          </a:p>
          <a:p>
            <a:endParaRPr lang="en-US" sz="28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B4F725-82D6-7041-13AB-35CBFC8B7C0C}"/>
              </a:ext>
            </a:extLst>
          </p:cNvPr>
          <p:cNvSpPr/>
          <p:nvPr/>
        </p:nvSpPr>
        <p:spPr>
          <a:xfrm>
            <a:off x="5943941" y="3372862"/>
            <a:ext cx="1828800" cy="1097280"/>
          </a:xfrm>
          <a:prstGeom prst="ellipse">
            <a:avLst/>
          </a:prstGeom>
          <a:solidFill>
            <a:srgbClr val="808080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User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5CC526-0489-708D-E3B2-251978197060}"/>
              </a:ext>
            </a:extLst>
          </p:cNvPr>
          <p:cNvSpPr/>
          <p:nvPr/>
        </p:nvSpPr>
        <p:spPr>
          <a:xfrm>
            <a:off x="9456516" y="3372862"/>
            <a:ext cx="1828800" cy="1097280"/>
          </a:xfrm>
          <a:prstGeom prst="ellipse">
            <a:avLst/>
          </a:prstGeom>
          <a:solidFill>
            <a:srgbClr val="808080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Location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BD153-A9E8-E52E-E6E9-16E0C55A7950}"/>
              </a:ext>
            </a:extLst>
          </p:cNvPr>
          <p:cNvSpPr txBox="1"/>
          <p:nvPr/>
        </p:nvSpPr>
        <p:spPr>
          <a:xfrm>
            <a:off x="8394709" y="3571947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E535AB"/>
                </a:solidFill>
                <a:latin typeface="Calibri"/>
              </a:rPr>
              <a:t>Edge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BA51320-7D91-A0AD-CD88-4F5DCE79E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763011"/>
              </p:ext>
            </p:extLst>
          </p:nvPr>
        </p:nvGraphicFramePr>
        <p:xfrm>
          <a:off x="7772741" y="3754827"/>
          <a:ext cx="1683775" cy="333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DDEE3-019F-7FD6-C8D8-150716538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1C26E-0A72-DB2B-B077-712655B8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612" y="-65976"/>
            <a:ext cx="8229600" cy="1143000"/>
          </a:xfrm>
        </p:spPr>
        <p:txBody>
          <a:bodyPr/>
          <a:lstStyle/>
          <a:p>
            <a:r>
              <a:rPr b="1" dirty="0">
                <a:solidFill>
                  <a:srgbClr val="7030A0"/>
                </a:solidFill>
              </a:rPr>
              <a:t>Visualizing links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C265F4-BD52-76C4-F69F-52E183601F07}"/>
              </a:ext>
            </a:extLst>
          </p:cNvPr>
          <p:cNvSpPr txBox="1"/>
          <p:nvPr/>
        </p:nvSpPr>
        <p:spPr>
          <a:xfrm>
            <a:off x="186561" y="891829"/>
            <a:ext cx="1203767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Let’s say client wants to get location with Username and also wants to Usernames in specific location, so the schema will be:</a:t>
            </a:r>
          </a:p>
          <a:p>
            <a:r>
              <a:rPr lang="en-US" sz="2800" dirty="0">
                <a:solidFill>
                  <a:srgbClr val="C00000"/>
                </a:solidFill>
              </a:rPr>
              <a:t>type User {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username: String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email: String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location: Location</a:t>
            </a:r>
          </a:p>
          <a:p>
            <a:r>
              <a:rPr lang="en-US" sz="2800" dirty="0">
                <a:solidFill>
                  <a:srgbClr val="C00000"/>
                </a:solidFill>
              </a:rPr>
              <a:t>}</a:t>
            </a:r>
          </a:p>
          <a:p>
            <a:r>
              <a:rPr lang="en-US" sz="2800" dirty="0">
                <a:solidFill>
                  <a:srgbClr val="C00000"/>
                </a:solidFill>
              </a:rPr>
              <a:t>type Location {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latitude: Int	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longitude: Int</a:t>
            </a:r>
          </a:p>
          <a:p>
            <a:r>
              <a:rPr lang="en-US" sz="2800" dirty="0">
                <a:solidFill>
                  <a:srgbClr val="C00000"/>
                </a:solidFill>
              </a:rPr>
              <a:t>	users: [User]</a:t>
            </a:r>
          </a:p>
          <a:p>
            <a:r>
              <a:rPr lang="en-US" sz="2800" dirty="0">
                <a:solidFill>
                  <a:srgbClr val="C00000"/>
                </a:solidFill>
              </a:rPr>
              <a:t>}</a:t>
            </a:r>
          </a:p>
          <a:p>
            <a:endParaRPr lang="en-US" sz="28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E66066D-BD8D-16A0-CBF4-043C25710339}"/>
              </a:ext>
            </a:extLst>
          </p:cNvPr>
          <p:cNvSpPr/>
          <p:nvPr/>
        </p:nvSpPr>
        <p:spPr>
          <a:xfrm>
            <a:off x="5943941" y="3372862"/>
            <a:ext cx="1828800" cy="1097280"/>
          </a:xfrm>
          <a:prstGeom prst="ellipse">
            <a:avLst/>
          </a:prstGeom>
          <a:solidFill>
            <a:srgbClr val="808080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User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57B4F4-6D39-75B9-DBDF-55228B1BEC2A}"/>
              </a:ext>
            </a:extLst>
          </p:cNvPr>
          <p:cNvSpPr/>
          <p:nvPr/>
        </p:nvSpPr>
        <p:spPr>
          <a:xfrm>
            <a:off x="9456516" y="3372862"/>
            <a:ext cx="1828800" cy="1097280"/>
          </a:xfrm>
          <a:prstGeom prst="ellipse">
            <a:avLst/>
          </a:prstGeom>
          <a:solidFill>
            <a:srgbClr val="808080"/>
          </a:solidFill>
          <a:ln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Location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B26598-AAEC-127E-5189-B3C39441C40A}"/>
              </a:ext>
            </a:extLst>
          </p:cNvPr>
          <p:cNvSpPr txBox="1"/>
          <p:nvPr/>
        </p:nvSpPr>
        <p:spPr>
          <a:xfrm>
            <a:off x="8377347" y="327379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E535AB"/>
                </a:solidFill>
                <a:latin typeface="Calibri"/>
              </a:rPr>
              <a:t>Edge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02B3FBF-5CB9-BA52-5401-608D69F1BE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7322293"/>
              </p:ext>
            </p:extLst>
          </p:nvPr>
        </p:nvGraphicFramePr>
        <p:xfrm>
          <a:off x="7772626" y="3517021"/>
          <a:ext cx="1756288" cy="333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4BC71D3-9A32-F35F-9BB4-0BC021043E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0877247"/>
              </p:ext>
            </p:extLst>
          </p:nvPr>
        </p:nvGraphicFramePr>
        <p:xfrm>
          <a:off x="7700114" y="4053143"/>
          <a:ext cx="1828800" cy="3566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F8D9505-4F13-EFD8-017C-EC03571D1BEE}"/>
              </a:ext>
            </a:extLst>
          </p:cNvPr>
          <p:cNvSpPr txBox="1"/>
          <p:nvPr/>
        </p:nvSpPr>
        <p:spPr>
          <a:xfrm>
            <a:off x="8506025" y="4319835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E535AB"/>
                </a:solidFill>
                <a:latin typeface="Calibri"/>
              </a:rPr>
              <a:t>Edge</a:t>
            </a:r>
          </a:p>
        </p:txBody>
      </p:sp>
    </p:spTree>
    <p:extLst>
      <p:ext uri="{BB962C8B-B14F-4D97-AF65-F5344CB8AC3E}">
        <p14:creationId xmlns:p14="http://schemas.microsoft.com/office/powerpoint/2010/main" val="1400971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B4744-BE28-63A6-9D74-50CEB4B02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AA42-C0AD-AC5C-4C8A-E942E7DD1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9230" y="2461231"/>
            <a:ext cx="7772400" cy="14700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6D3B9D"/>
                </a:solidFill>
                <a:latin typeface="Calibri"/>
              </a:rPr>
              <a:t>Thanks for watching!</a:t>
            </a:r>
            <a:endParaRPr sz="4400" b="1" dirty="0">
              <a:solidFill>
                <a:srgbClr val="6D3B9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9952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1146</Words>
  <Application>Microsoft Office PowerPoint</Application>
  <PresentationFormat>Custom</PresentationFormat>
  <Paragraphs>150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Consolas</vt:lpstr>
      <vt:lpstr>Office Theme</vt:lpstr>
      <vt:lpstr>Intro to GraphQL</vt:lpstr>
      <vt:lpstr>The Basics</vt:lpstr>
      <vt:lpstr>What Problems Does GraphQL Solve?</vt:lpstr>
      <vt:lpstr>Queries (Requests)</vt:lpstr>
      <vt:lpstr>Queries (Requests)</vt:lpstr>
      <vt:lpstr>Queries (Requests)</vt:lpstr>
      <vt:lpstr>PowerPoint Presentation</vt:lpstr>
      <vt:lpstr>PowerPoint Presentation</vt:lpstr>
      <vt:lpstr>Other Differences :</vt:lpstr>
      <vt:lpstr>PowerPoint Presentation</vt:lpstr>
      <vt:lpstr>PowerPoint Presentation</vt:lpstr>
      <vt:lpstr>The Schema :</vt:lpstr>
      <vt:lpstr>The Schema :</vt:lpstr>
      <vt:lpstr>Visualizing links</vt:lpstr>
      <vt:lpstr>Visualizing links</vt:lpstr>
      <vt:lpstr>Thanks for watching!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youcef hany</cp:lastModifiedBy>
  <cp:revision>7</cp:revision>
  <dcterms:created xsi:type="dcterms:W3CDTF">2013-01-27T09:14:16Z</dcterms:created>
  <dcterms:modified xsi:type="dcterms:W3CDTF">2025-11-21T20:28:33Z</dcterms:modified>
  <cp:category/>
</cp:coreProperties>
</file>